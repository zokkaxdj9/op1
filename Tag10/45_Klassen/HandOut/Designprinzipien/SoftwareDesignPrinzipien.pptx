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20"/>
  </p:notesMasterIdLst>
  <p:sldIdLst>
    <p:sldId id="256" r:id="rId5"/>
    <p:sldId id="368" r:id="rId6"/>
    <p:sldId id="264" r:id="rId7"/>
    <p:sldId id="375" r:id="rId8"/>
    <p:sldId id="369" r:id="rId9"/>
    <p:sldId id="349" r:id="rId10"/>
    <p:sldId id="376" r:id="rId11"/>
    <p:sldId id="377" r:id="rId12"/>
    <p:sldId id="378" r:id="rId13"/>
    <p:sldId id="379" r:id="rId14"/>
    <p:sldId id="380" r:id="rId15"/>
    <p:sldId id="381" r:id="rId16"/>
    <p:sldId id="382" r:id="rId17"/>
    <p:sldId id="383" r:id="rId18"/>
    <p:sldId id="284" r:id="rId19"/>
  </p:sldIdLst>
  <p:sldSz cx="12192000" cy="6858000"/>
  <p:notesSz cx="6858000" cy="9144000"/>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Titelfolien" id="{5F7B3578-3FDC-4619-AF02-42D64D37B1A1}">
          <p14:sldIdLst>
            <p14:sldId id="256"/>
          </p14:sldIdLst>
        </p14:section>
        <p14:section name="Themenübersicht" id="{422EEBA4-4A68-400D-BFC4-67224AAAC47B}">
          <p14:sldIdLst/>
        </p14:section>
        <p14:section name="Lernziele" id="{3C34530D-7DED-4426-BF9B-804D8A64F97A}">
          <p14:sldIdLst>
            <p14:sldId id="368"/>
          </p14:sldIdLst>
        </p14:section>
        <p14:section name="Contentfolie" id="{1D398D77-FB3E-43A4-955D-AE8058DA52D6}">
          <p14:sldIdLst>
            <p14:sldId id="264"/>
            <p14:sldId id="375"/>
            <p14:sldId id="369"/>
            <p14:sldId id="349"/>
            <p14:sldId id="376"/>
            <p14:sldId id="377"/>
            <p14:sldId id="378"/>
            <p14:sldId id="379"/>
            <p14:sldId id="380"/>
            <p14:sldId id="381"/>
            <p14:sldId id="382"/>
            <p14:sldId id="383"/>
            <p14:sldId id="284"/>
          </p14:sldIdLst>
        </p14:section>
        <p14:section name="Abschnittsfolien" id="{E763D20F-C9AE-40E3-9E00-5E7A97602D9E}">
          <p14:sldIdLst/>
        </p14:section>
        <p14:section name="Abbildungsseite" id="{04A1F2D4-F6A8-4492-A3CC-41506BEE3307}">
          <p14:sldIdLst/>
        </p14:section>
        <p14:section name="Zitatfolien" id="{8B9763F3-644B-43D4-BC6C-E661589820A3}">
          <p14:sldIdLst/>
        </p14:section>
        <p14:section name="Zahlenfolien" id="{67F78E68-5BB3-449B-A329-EA7593E4FDA5}">
          <p14:sldIdLst/>
        </p14:section>
        <p14:section name="Diagrammfolien" id="{20535F92-EA45-46A6-A492-387B2F0537CA}">
          <p14:sldIdLst/>
        </p14:section>
        <p14:section name="Tabellenfolien" id="{71F07C58-D5DE-459E-A510-94A9FD154D51}">
          <p14:sldIdLst/>
        </p14:section>
        <p14:section name="Aufgabenfolien" id="{2769CC79-2EE5-4662-96BD-F9F25C9FED59}">
          <p14:sldIdLst/>
        </p14:section>
        <p14:section name="Ressourcen" id="{52803CCA-B1DB-4E65-9100-5DBD2AC266BA}">
          <p14:sldIdLst/>
        </p14:section>
        <p14:section name="Quellen" id="{45B2D907-7E81-4D47-8C96-FA4CF1892C04}">
          <p14:sldIdLst/>
        </p14:section>
        <p14:section name="Abschlussfolien" id="{3DEF3ECC-B0BC-426A-9C18-C020283118CD}">
          <p14:sldIdLst/>
        </p14:section>
        <p14:section name="Iconpool" id="{3F09386B-63D4-4315-8E82-2F08EE36B9D4}">
          <p14:sldIdLst/>
        </p14:section>
        <p14:section name="Vorlagen nach Bedarf - Abblauffolien" id="{94267E68-F32E-48B0-B19F-4D5679949FA3}">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Judith Schmidt" initials="WTA" lastIdx="14" clrIdx="0">
    <p:extLst>
      <p:ext uri="{19B8F6BF-5375-455C-9EA6-DF929625EA0E}">
        <p15:presenceInfo xmlns:p15="http://schemas.microsoft.com/office/powerpoint/2012/main" userId="474b2bd425d842c6" providerId="Windows Live"/>
      </p:ext>
    </p:extLst>
  </p:cmAuthor>
  <p:cmAuthor id="2" name="Nadin Härtwig" initials="NH" lastIdx="2" clrIdx="1">
    <p:extLst>
      <p:ext uri="{19B8F6BF-5375-455C-9EA6-DF929625EA0E}">
        <p15:presenceInfo xmlns:p15="http://schemas.microsoft.com/office/powerpoint/2012/main" userId="S-1-5-21-1661223178-1243372403-751859383-56528"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2DE63D5-997A-4646-A377-4702673A728D}" styleName="Helle Formatvorlage 2 - Akz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3B4B98B0-60AC-42C2-AFA5-B58CD77FA1E5}" styleName="Helle Formatvorlage 1 - Akz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7" autoAdjust="0"/>
    <p:restoredTop sz="94660"/>
  </p:normalViewPr>
  <p:slideViewPr>
    <p:cSldViewPr snapToGrid="0" showGuides="1">
      <p:cViewPr varScale="1">
        <p:scale>
          <a:sx n="117" d="100"/>
          <a:sy n="117" d="100"/>
        </p:scale>
        <p:origin x="354" y="96"/>
      </p:cViewPr>
      <p:guideLst>
        <p:guide orient="horz" pos="2160"/>
        <p:guide pos="3840"/>
      </p:guideLst>
    </p:cSldViewPr>
  </p:slideViewPr>
  <p:notesTextViewPr>
    <p:cViewPr>
      <p:scale>
        <a:sx n="1" d="1"/>
        <a:sy n="1" d="1"/>
      </p:scale>
      <p:origin x="0" y="0"/>
    </p:cViewPr>
  </p:notesTextViewPr>
  <p:sorterViewPr>
    <p:cViewPr>
      <p:scale>
        <a:sx n="100" d="100"/>
        <a:sy n="100" d="100"/>
      </p:scale>
      <p:origin x="0" y="-8508"/>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commentAuthors" Target="commentAuthor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e-DE"/>
          </a:p>
        </p:txBody>
      </p:sp>
      <p:sp>
        <p:nvSpPr>
          <p:cNvPr id="3" name="Datumsplatzhalt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4F32F82-A1A7-4E27-9EDA-BCDA36A3D567}" type="datetimeFigureOut">
              <a:rPr lang="de-DE" smtClean="0"/>
              <a:t>26.06.2023</a:t>
            </a:fld>
            <a:endParaRPr lang="de-DE"/>
          </a:p>
        </p:txBody>
      </p:sp>
      <p:sp>
        <p:nvSpPr>
          <p:cNvPr id="4" name="Folienbildplatzhalt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de-DE"/>
          </a:p>
        </p:txBody>
      </p:sp>
      <p:sp>
        <p:nvSpPr>
          <p:cNvPr id="5" name="Notizenplatzhalt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de-DE" smtClean="0"/>
              <a:t>Formatvorlagen des Textmasters bearbeiten</a:t>
            </a:r>
          </a:p>
          <a:p>
            <a:pPr lvl="1"/>
            <a:r>
              <a:rPr lang="de-DE" smtClean="0"/>
              <a:t>Zweite Ebene</a:t>
            </a:r>
          </a:p>
          <a:p>
            <a:pPr lvl="2"/>
            <a:r>
              <a:rPr lang="de-DE" smtClean="0"/>
              <a:t>Dritte Ebene</a:t>
            </a:r>
          </a:p>
          <a:p>
            <a:pPr lvl="3"/>
            <a:r>
              <a:rPr lang="de-DE" smtClean="0"/>
              <a:t>Vierte Ebene</a:t>
            </a:r>
          </a:p>
          <a:p>
            <a:pPr lvl="4"/>
            <a:r>
              <a:rPr lang="de-DE" smtClean="0"/>
              <a:t>Fünfte Ebene</a:t>
            </a:r>
            <a:endParaRPr lang="de-DE"/>
          </a:p>
        </p:txBody>
      </p:sp>
      <p:sp>
        <p:nvSpPr>
          <p:cNvPr id="6" name="Fußzeilenplatzhalt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de-DE"/>
          </a:p>
        </p:txBody>
      </p:sp>
      <p:sp>
        <p:nvSpPr>
          <p:cNvPr id="7" name="Foliennummernplatzhalt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9032DD2-93A8-4518-AFB6-76C529CD584D}" type="slidenum">
              <a:rPr lang="de-DE" smtClean="0"/>
              <a:t>‹Nr.›</a:t>
            </a:fld>
            <a:endParaRPr lang="de-DE"/>
          </a:p>
        </p:txBody>
      </p:sp>
    </p:spTree>
    <p:extLst>
      <p:ext uri="{BB962C8B-B14F-4D97-AF65-F5344CB8AC3E}">
        <p14:creationId xmlns:p14="http://schemas.microsoft.com/office/powerpoint/2010/main" val="38556318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3" Type="http://schemas.openxmlformats.org/officeDocument/2006/relationships/hyperlink" Target="https://pixabay.com/DE/users" TargetMode="External"/><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elfolie_ohne Bild">
    <p:spTree>
      <p:nvGrpSpPr>
        <p:cNvPr id="1" name=""/>
        <p:cNvGrpSpPr/>
        <p:nvPr/>
      </p:nvGrpSpPr>
      <p:grpSpPr>
        <a:xfrm>
          <a:off x="0" y="0"/>
          <a:ext cx="0" cy="0"/>
          <a:chOff x="0" y="0"/>
          <a:chExt cx="0" cy="0"/>
        </a:xfrm>
      </p:grpSpPr>
      <p:grpSp>
        <p:nvGrpSpPr>
          <p:cNvPr id="16" name="Gruppieren 15"/>
          <p:cNvGrpSpPr/>
          <p:nvPr userDrawn="1"/>
        </p:nvGrpSpPr>
        <p:grpSpPr>
          <a:xfrm>
            <a:off x="0" y="6083955"/>
            <a:ext cx="12192000" cy="792064"/>
            <a:chOff x="0" y="6083955"/>
            <a:chExt cx="12192000" cy="792064"/>
          </a:xfrm>
        </p:grpSpPr>
        <p:sp>
          <p:nvSpPr>
            <p:cNvPr id="14" name="Freihandform 13"/>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15" name="Grafik 14"/>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sp>
        <p:nvSpPr>
          <p:cNvPr id="4" name="Datumsplatzhalter 3"/>
          <p:cNvSpPr>
            <a:spLocks noGrp="1"/>
          </p:cNvSpPr>
          <p:nvPr>
            <p:ph type="dt" sz="half" idx="10"/>
          </p:nvPr>
        </p:nvSpPr>
        <p:spPr/>
        <p:txBody>
          <a:bodyPr/>
          <a:lstStyle/>
          <a:p>
            <a:fld id="{2683B5D4-1447-4674-AF43-D7F554FE08B3}" type="datetime1">
              <a:rPr lang="de-DE" smtClean="0"/>
              <a:t>26.06.2023</a:t>
            </a:fld>
            <a:endParaRPr lang="de-DE"/>
          </a:p>
        </p:txBody>
      </p:sp>
      <p:sp>
        <p:nvSpPr>
          <p:cNvPr id="5" name="Fußzeilenplatzhalter 4"/>
          <p:cNvSpPr>
            <a:spLocks noGrp="1"/>
          </p:cNvSpPr>
          <p:nvPr>
            <p:ph type="ftr" sz="quarter" idx="11"/>
          </p:nvPr>
        </p:nvSpPr>
        <p:spPr/>
        <p:txBody>
          <a:bodyPr/>
          <a:lstStyle/>
          <a:p>
            <a:r>
              <a:rPr lang="de-DE" smtClean="0"/>
              <a:t>Präsentationsthema</a:t>
            </a:r>
            <a:endParaRPr lang="de-DE" dirty="0" smtClean="0"/>
          </a:p>
        </p:txBody>
      </p:sp>
      <p:sp>
        <p:nvSpPr>
          <p:cNvPr id="6" name="Foliennummernplatzhalter 5"/>
          <p:cNvSpPr>
            <a:spLocks noGrp="1"/>
          </p:cNvSpPr>
          <p:nvPr>
            <p:ph type="sldNum" sz="quarter" idx="12"/>
          </p:nvPr>
        </p:nvSpPr>
        <p:spPr/>
        <p:txBody>
          <a:bodyPr/>
          <a:lstStyle/>
          <a:p>
            <a:fld id="{220551C3-A462-45EE-8D4B-53AADAADD6D4}" type="slidenum">
              <a:rPr lang="de-DE" smtClean="0"/>
              <a:t>‹Nr.›</a:t>
            </a:fld>
            <a:endParaRPr lang="de-DE"/>
          </a:p>
        </p:txBody>
      </p:sp>
      <p:sp>
        <p:nvSpPr>
          <p:cNvPr id="12" name="Title 1"/>
          <p:cNvSpPr>
            <a:spLocks noGrp="1"/>
          </p:cNvSpPr>
          <p:nvPr>
            <p:ph type="ctrTitle" hasCustomPrompt="1"/>
          </p:nvPr>
        </p:nvSpPr>
        <p:spPr>
          <a:xfrm>
            <a:off x="1782038" y="556181"/>
            <a:ext cx="8625153" cy="3590305"/>
          </a:xfrm>
        </p:spPr>
        <p:txBody>
          <a:bodyPr wrap="square" anchor="b" anchorCtr="1">
            <a:normAutofit/>
          </a:bodyPr>
          <a:lstStyle>
            <a:lvl1pPr algn="ctr">
              <a:defRPr sz="6000" baseline="0"/>
            </a:lvl1pPr>
          </a:lstStyle>
          <a:p>
            <a:r>
              <a:rPr lang="de-DE" dirty="0"/>
              <a:t>Lernmodul oder Titel der</a:t>
            </a:r>
            <a:br>
              <a:rPr lang="de-DE" dirty="0"/>
            </a:br>
            <a:r>
              <a:rPr lang="de-DE" dirty="0"/>
              <a:t>Präsentation</a:t>
            </a:r>
            <a:endParaRPr lang="en-US" dirty="0"/>
          </a:p>
        </p:txBody>
      </p:sp>
      <p:sp>
        <p:nvSpPr>
          <p:cNvPr id="13" name="Subtitle 2"/>
          <p:cNvSpPr>
            <a:spLocks noGrp="1"/>
          </p:cNvSpPr>
          <p:nvPr>
            <p:ph type="subTitle" idx="1" hasCustomPrompt="1"/>
          </p:nvPr>
        </p:nvSpPr>
        <p:spPr>
          <a:xfrm>
            <a:off x="1783013" y="4146486"/>
            <a:ext cx="8624170" cy="70059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err="1"/>
              <a:t>Untertitel</a:t>
            </a:r>
            <a:endParaRPr lang="en-US" dirty="0"/>
          </a:p>
        </p:txBody>
      </p:sp>
      <p:pic>
        <p:nvPicPr>
          <p:cNvPr id="17" name="Grafik 16"/>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Tree>
    <p:extLst>
      <p:ext uri="{BB962C8B-B14F-4D97-AF65-F5344CB8AC3E}">
        <p14:creationId xmlns:p14="http://schemas.microsoft.com/office/powerpoint/2010/main" val="1004346834"/>
      </p:ext>
    </p:extLst>
  </p:cSld>
  <p:clrMapOvr>
    <a:masterClrMapping/>
  </p:clrMapOvr>
  <p:timing>
    <p:tnLst>
      <p:par>
        <p:cTn id="1" dur="indefinite" restart="never" nodeType="tmRoot"/>
      </p:par>
    </p:tnLst>
  </p:timing>
  <p:extLst mod="1">
    <p:ext uri="{DCECCB84-F9BA-43D5-87BE-67443E8EF086}">
      <p15:sldGuideLst xmlns:p15="http://schemas.microsoft.com/office/powerpoint/2012/main">
        <p15:guide id="1" orient="horz" pos="232" userDrawn="1">
          <p15:clr>
            <a:srgbClr val="000000"/>
          </p15:clr>
        </p15:guide>
        <p15:guide id="2" orient="horz" pos="3861" userDrawn="1">
          <p15:clr>
            <a:srgbClr val="000000"/>
          </p15:clr>
        </p15:guide>
        <p15:guide id="3" pos="7469" userDrawn="1">
          <p15:clr>
            <a:srgbClr val="000000"/>
          </p15:clr>
        </p15:guide>
        <p15:guide id="4" pos="211" userDrawn="1">
          <p15:clr>
            <a:srgbClr val="00000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elfolie_mit Bild">
    <p:spTree>
      <p:nvGrpSpPr>
        <p:cNvPr id="1" name=""/>
        <p:cNvGrpSpPr/>
        <p:nvPr/>
      </p:nvGrpSpPr>
      <p:grpSpPr>
        <a:xfrm>
          <a:off x="0" y="0"/>
          <a:ext cx="0" cy="0"/>
          <a:chOff x="0" y="0"/>
          <a:chExt cx="0" cy="0"/>
        </a:xfrm>
      </p:grpSpPr>
      <p:sp>
        <p:nvSpPr>
          <p:cNvPr id="4" name="Datumsplatzhalter 3"/>
          <p:cNvSpPr>
            <a:spLocks noGrp="1"/>
          </p:cNvSpPr>
          <p:nvPr>
            <p:ph type="dt" sz="half" idx="10"/>
          </p:nvPr>
        </p:nvSpPr>
        <p:spPr/>
        <p:txBody>
          <a:bodyPr/>
          <a:lstStyle/>
          <a:p>
            <a:fld id="{2B21F94E-F092-4943-BFCD-C473A8B2BCE8}" type="datetime1">
              <a:rPr lang="de-DE" smtClean="0"/>
              <a:t>26.06.2023</a:t>
            </a:fld>
            <a:endParaRPr lang="de-DE"/>
          </a:p>
        </p:txBody>
      </p:sp>
      <p:sp>
        <p:nvSpPr>
          <p:cNvPr id="5" name="Fußzeilenplatzhalter 4"/>
          <p:cNvSpPr>
            <a:spLocks noGrp="1"/>
          </p:cNvSpPr>
          <p:nvPr>
            <p:ph type="ftr" sz="quarter" idx="11"/>
          </p:nvPr>
        </p:nvSpPr>
        <p:spPr/>
        <p:txBody>
          <a:bodyPr/>
          <a:lstStyle/>
          <a:p>
            <a:r>
              <a:rPr lang="de-DE" smtClean="0"/>
              <a:t>Präsentationsthema</a:t>
            </a:r>
            <a:endParaRPr lang="de-DE" dirty="0"/>
          </a:p>
        </p:txBody>
      </p:sp>
      <p:sp>
        <p:nvSpPr>
          <p:cNvPr id="6" name="Foliennummernplatzhalter 5"/>
          <p:cNvSpPr>
            <a:spLocks noGrp="1"/>
          </p:cNvSpPr>
          <p:nvPr>
            <p:ph type="sldNum" sz="quarter" idx="12"/>
          </p:nvPr>
        </p:nvSpPr>
        <p:spPr/>
        <p:txBody>
          <a:bodyPr/>
          <a:lstStyle/>
          <a:p>
            <a:fld id="{220551C3-A462-45EE-8D4B-53AADAADD6D4}" type="slidenum">
              <a:rPr lang="de-DE" smtClean="0"/>
              <a:t>‹Nr.›</a:t>
            </a:fld>
            <a:endParaRPr lang="de-DE"/>
          </a:p>
        </p:txBody>
      </p:sp>
      <p:sp>
        <p:nvSpPr>
          <p:cNvPr id="10" name="Titel"/>
          <p:cNvSpPr>
            <a:spLocks noGrp="1"/>
          </p:cNvSpPr>
          <p:nvPr>
            <p:ph type="ctrTitle"/>
          </p:nvPr>
        </p:nvSpPr>
        <p:spPr>
          <a:xfrm>
            <a:off x="1819747" y="3424238"/>
            <a:ext cx="8555524" cy="2158673"/>
          </a:xfrm>
        </p:spPr>
        <p:txBody>
          <a:bodyPr>
            <a:normAutofit/>
          </a:bodyPr>
          <a:lstStyle>
            <a:lvl1pPr algn="ctr">
              <a:defRPr/>
            </a:lvl1pPr>
          </a:lstStyle>
          <a:p>
            <a:pPr algn="ctr"/>
            <a:r>
              <a:rPr lang="de-DE" sz="5000" dirty="0">
                <a:solidFill>
                  <a:schemeClr val="tx1"/>
                </a:solidFill>
                <a:latin typeface="+mj-lt"/>
              </a:rPr>
              <a:t>Titel des Videos oder Lernmoduls</a:t>
            </a:r>
          </a:p>
        </p:txBody>
      </p:sp>
      <p:sp>
        <p:nvSpPr>
          <p:cNvPr id="11" name="Untertitel"/>
          <p:cNvSpPr>
            <a:spLocks noGrp="1"/>
          </p:cNvSpPr>
          <p:nvPr>
            <p:ph type="subTitle" idx="1" hasCustomPrompt="1"/>
          </p:nvPr>
        </p:nvSpPr>
        <p:spPr>
          <a:xfrm>
            <a:off x="1819747" y="5584494"/>
            <a:ext cx="8555524" cy="725823"/>
          </a:xfrm>
        </p:spPr>
        <p:txBody>
          <a:bodyPr/>
          <a:lstStyle>
            <a:lvl1pPr marL="0" indent="0" algn="ctr">
              <a:buNone/>
              <a:defRPr/>
            </a:lvl1pPr>
          </a:lstStyle>
          <a:p>
            <a:pPr algn="ctr"/>
            <a:r>
              <a:rPr lang="de-DE" dirty="0" smtClean="0">
                <a:solidFill>
                  <a:schemeClr val="tx1"/>
                </a:solidFill>
                <a:latin typeface="+mn-lt"/>
              </a:rPr>
              <a:t>Untertitel</a:t>
            </a:r>
            <a:endParaRPr lang="de-DE" dirty="0">
              <a:solidFill>
                <a:schemeClr val="tx1"/>
              </a:solidFill>
              <a:latin typeface="+mn-lt"/>
            </a:endParaRPr>
          </a:p>
        </p:txBody>
      </p:sp>
      <p:sp>
        <p:nvSpPr>
          <p:cNvPr id="13" name="Bildplatzhalter 12"/>
          <p:cNvSpPr>
            <a:spLocks noGrp="1"/>
          </p:cNvSpPr>
          <p:nvPr>
            <p:ph type="pic" sz="quarter" idx="13" hasCustomPrompt="1"/>
          </p:nvPr>
        </p:nvSpPr>
        <p:spPr>
          <a:xfrm>
            <a:off x="0" y="0"/>
            <a:ext cx="12192000" cy="4186238"/>
          </a:xfrm>
        </p:spPr>
        <p:txBody>
          <a:bodyPr/>
          <a:lstStyle>
            <a:lvl1pPr>
              <a:defRPr/>
            </a:lvl1pPr>
          </a:lstStyle>
          <a:p>
            <a:r>
              <a:rPr lang="de-DE" dirty="0" smtClean="0"/>
              <a:t>Bild durch klick auf das Symbol hinzufügen und in den Hintergrund verschieben.</a:t>
            </a:r>
            <a:endParaRPr lang="de-DE" dirty="0"/>
          </a:p>
        </p:txBody>
      </p:sp>
    </p:spTree>
    <p:extLst>
      <p:ext uri="{BB962C8B-B14F-4D97-AF65-F5344CB8AC3E}">
        <p14:creationId xmlns:p14="http://schemas.microsoft.com/office/powerpoint/2010/main" val="950404475"/>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hemenübersicht">
    <p:spTree>
      <p:nvGrpSpPr>
        <p:cNvPr id="1" name=""/>
        <p:cNvGrpSpPr/>
        <p:nvPr/>
      </p:nvGrpSpPr>
      <p:grpSpPr>
        <a:xfrm>
          <a:off x="0" y="0"/>
          <a:ext cx="0" cy="0"/>
          <a:chOff x="0" y="0"/>
          <a:chExt cx="0" cy="0"/>
        </a:xfrm>
      </p:grpSpPr>
      <p:grpSp>
        <p:nvGrpSpPr>
          <p:cNvPr id="7" name="Gruppieren 6"/>
          <p:cNvGrpSpPr/>
          <p:nvPr userDrawn="1"/>
        </p:nvGrpSpPr>
        <p:grpSpPr>
          <a:xfrm>
            <a:off x="-908" y="1229964"/>
            <a:ext cx="12193814" cy="5668603"/>
            <a:chOff x="-908" y="6783671"/>
            <a:chExt cx="12193814" cy="5668603"/>
          </a:xfrm>
        </p:grpSpPr>
        <p:sp>
          <p:nvSpPr>
            <p:cNvPr id="8" name="Freihandform 7"/>
            <p:cNvSpPr/>
            <p:nvPr userDrawn="1"/>
          </p:nvSpPr>
          <p:spPr>
            <a:xfrm>
              <a:off x="-908" y="6783671"/>
              <a:ext cx="12193814" cy="5668603"/>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 name="connsiteX0" fmla="*/ 9427 w 12201427"/>
                <a:gd name="connsiteY0" fmla="*/ 0 h 6347333"/>
                <a:gd name="connsiteX1" fmla="*/ 3463696 w 12201427"/>
                <a:gd name="connsiteY1" fmla="*/ 0 h 6347333"/>
                <a:gd name="connsiteX2" fmla="*/ 3834517 w 12201427"/>
                <a:gd name="connsiteY2" fmla="*/ 351771 h 6347333"/>
                <a:gd name="connsiteX3" fmla="*/ 4205337 w 12201427"/>
                <a:gd name="connsiteY3" fmla="*/ 0 h 6347333"/>
                <a:gd name="connsiteX4" fmla="*/ 12201427 w 12201427"/>
                <a:gd name="connsiteY4" fmla="*/ 0 h 6347333"/>
                <a:gd name="connsiteX5" fmla="*/ 12201427 w 12201427"/>
                <a:gd name="connsiteY5" fmla="*/ 757238 h 6347333"/>
                <a:gd name="connsiteX6" fmla="*/ 0 w 12201427"/>
                <a:gd name="connsiteY6" fmla="*/ 6347333 h 6347333"/>
                <a:gd name="connsiteX7" fmla="*/ 9427 w 12201427"/>
                <a:gd name="connsiteY7" fmla="*/ 0 h 6347333"/>
                <a:gd name="connsiteX0" fmla="*/ 9427 w 12201427"/>
                <a:gd name="connsiteY0" fmla="*/ 0 h 6347333"/>
                <a:gd name="connsiteX1" fmla="*/ 3463696 w 12201427"/>
                <a:gd name="connsiteY1" fmla="*/ 0 h 6347333"/>
                <a:gd name="connsiteX2" fmla="*/ 3834517 w 12201427"/>
                <a:gd name="connsiteY2" fmla="*/ 351771 h 6347333"/>
                <a:gd name="connsiteX3" fmla="*/ 4205337 w 12201427"/>
                <a:gd name="connsiteY3" fmla="*/ 0 h 6347333"/>
                <a:gd name="connsiteX4" fmla="*/ 12201427 w 12201427"/>
                <a:gd name="connsiteY4" fmla="*/ 0 h 6347333"/>
                <a:gd name="connsiteX5" fmla="*/ 12201427 w 12201427"/>
                <a:gd name="connsiteY5" fmla="*/ 6319052 h 6347333"/>
                <a:gd name="connsiteX6" fmla="*/ 0 w 12201427"/>
                <a:gd name="connsiteY6" fmla="*/ 6347333 h 6347333"/>
                <a:gd name="connsiteX7" fmla="*/ 9427 w 12201427"/>
                <a:gd name="connsiteY7" fmla="*/ 0 h 6347333"/>
                <a:gd name="connsiteX0" fmla="*/ 908 w 12192908"/>
                <a:gd name="connsiteY0" fmla="*/ 0 h 6319052"/>
                <a:gd name="connsiteX1" fmla="*/ 3455177 w 12192908"/>
                <a:gd name="connsiteY1" fmla="*/ 0 h 6319052"/>
                <a:gd name="connsiteX2" fmla="*/ 3825998 w 12192908"/>
                <a:gd name="connsiteY2" fmla="*/ 351771 h 6319052"/>
                <a:gd name="connsiteX3" fmla="*/ 4196818 w 12192908"/>
                <a:gd name="connsiteY3" fmla="*/ 0 h 6319052"/>
                <a:gd name="connsiteX4" fmla="*/ 12192908 w 12192908"/>
                <a:gd name="connsiteY4" fmla="*/ 0 h 6319052"/>
                <a:gd name="connsiteX5" fmla="*/ 12192908 w 12192908"/>
                <a:gd name="connsiteY5" fmla="*/ 6319052 h 6319052"/>
                <a:gd name="connsiteX6" fmla="*/ 908 w 12192908"/>
                <a:gd name="connsiteY6" fmla="*/ 5640322 h 6319052"/>
                <a:gd name="connsiteX7" fmla="*/ 908 w 12192908"/>
                <a:gd name="connsiteY7" fmla="*/ 0 h 6319052"/>
                <a:gd name="connsiteX0" fmla="*/ 9427 w 12201427"/>
                <a:gd name="connsiteY0" fmla="*/ 0 h 6319052"/>
                <a:gd name="connsiteX1" fmla="*/ 3463696 w 12201427"/>
                <a:gd name="connsiteY1" fmla="*/ 0 h 6319052"/>
                <a:gd name="connsiteX2" fmla="*/ 3834517 w 12201427"/>
                <a:gd name="connsiteY2" fmla="*/ 351771 h 6319052"/>
                <a:gd name="connsiteX3" fmla="*/ 4205337 w 12201427"/>
                <a:gd name="connsiteY3" fmla="*/ 0 h 6319052"/>
                <a:gd name="connsiteX4" fmla="*/ 12201427 w 12201427"/>
                <a:gd name="connsiteY4" fmla="*/ 0 h 6319052"/>
                <a:gd name="connsiteX5" fmla="*/ 12201427 w 12201427"/>
                <a:gd name="connsiteY5" fmla="*/ 6319052 h 6319052"/>
                <a:gd name="connsiteX6" fmla="*/ 0 w 12201427"/>
                <a:gd name="connsiteY6" fmla="*/ 5414079 h 6319052"/>
                <a:gd name="connsiteX7" fmla="*/ 9427 w 12201427"/>
                <a:gd name="connsiteY7" fmla="*/ 0 h 6319052"/>
                <a:gd name="connsiteX0" fmla="*/ 9427 w 12201427"/>
                <a:gd name="connsiteY0" fmla="*/ 0 h 5630896"/>
                <a:gd name="connsiteX1" fmla="*/ 3463696 w 12201427"/>
                <a:gd name="connsiteY1" fmla="*/ 0 h 5630896"/>
                <a:gd name="connsiteX2" fmla="*/ 3834517 w 12201427"/>
                <a:gd name="connsiteY2" fmla="*/ 351771 h 5630896"/>
                <a:gd name="connsiteX3" fmla="*/ 4205337 w 12201427"/>
                <a:gd name="connsiteY3" fmla="*/ 0 h 5630896"/>
                <a:gd name="connsiteX4" fmla="*/ 12201427 w 12201427"/>
                <a:gd name="connsiteY4" fmla="*/ 0 h 5630896"/>
                <a:gd name="connsiteX5" fmla="*/ 12144866 w 12201427"/>
                <a:gd name="connsiteY5" fmla="*/ 5630896 h 5630896"/>
                <a:gd name="connsiteX6" fmla="*/ 0 w 12201427"/>
                <a:gd name="connsiteY6" fmla="*/ 5414079 h 5630896"/>
                <a:gd name="connsiteX7" fmla="*/ 9427 w 12201427"/>
                <a:gd name="connsiteY7" fmla="*/ 0 h 5630896"/>
                <a:gd name="connsiteX0" fmla="*/ 9427 w 12201427"/>
                <a:gd name="connsiteY0" fmla="*/ 0 h 5659176"/>
                <a:gd name="connsiteX1" fmla="*/ 3463696 w 12201427"/>
                <a:gd name="connsiteY1" fmla="*/ 0 h 5659176"/>
                <a:gd name="connsiteX2" fmla="*/ 3834517 w 12201427"/>
                <a:gd name="connsiteY2" fmla="*/ 351771 h 5659176"/>
                <a:gd name="connsiteX3" fmla="*/ 4205337 w 12201427"/>
                <a:gd name="connsiteY3" fmla="*/ 0 h 5659176"/>
                <a:gd name="connsiteX4" fmla="*/ 12201427 w 12201427"/>
                <a:gd name="connsiteY4" fmla="*/ 0 h 5659176"/>
                <a:gd name="connsiteX5" fmla="*/ 12192000 w 12201427"/>
                <a:gd name="connsiteY5" fmla="*/ 5659176 h 5659176"/>
                <a:gd name="connsiteX6" fmla="*/ 0 w 12201427"/>
                <a:gd name="connsiteY6" fmla="*/ 5414079 h 5659176"/>
                <a:gd name="connsiteX7" fmla="*/ 9427 w 12201427"/>
                <a:gd name="connsiteY7" fmla="*/ 0 h 5659176"/>
                <a:gd name="connsiteX0" fmla="*/ 908 w 12192908"/>
                <a:gd name="connsiteY0" fmla="*/ 0 h 5659176"/>
                <a:gd name="connsiteX1" fmla="*/ 3455177 w 12192908"/>
                <a:gd name="connsiteY1" fmla="*/ 0 h 5659176"/>
                <a:gd name="connsiteX2" fmla="*/ 3825998 w 12192908"/>
                <a:gd name="connsiteY2" fmla="*/ 351771 h 5659176"/>
                <a:gd name="connsiteX3" fmla="*/ 4196818 w 12192908"/>
                <a:gd name="connsiteY3" fmla="*/ 0 h 5659176"/>
                <a:gd name="connsiteX4" fmla="*/ 12192908 w 12192908"/>
                <a:gd name="connsiteY4" fmla="*/ 0 h 5659176"/>
                <a:gd name="connsiteX5" fmla="*/ 12183481 w 12192908"/>
                <a:gd name="connsiteY5" fmla="*/ 5659176 h 5659176"/>
                <a:gd name="connsiteX6" fmla="*/ 908 w 12192908"/>
                <a:gd name="connsiteY6" fmla="*/ 5630895 h 5659176"/>
                <a:gd name="connsiteX7" fmla="*/ 908 w 12192908"/>
                <a:gd name="connsiteY7" fmla="*/ 0 h 5659176"/>
                <a:gd name="connsiteX0" fmla="*/ 908 w 12193814"/>
                <a:gd name="connsiteY0" fmla="*/ 0 h 5668603"/>
                <a:gd name="connsiteX1" fmla="*/ 3455177 w 12193814"/>
                <a:gd name="connsiteY1" fmla="*/ 0 h 5668603"/>
                <a:gd name="connsiteX2" fmla="*/ 3825998 w 12193814"/>
                <a:gd name="connsiteY2" fmla="*/ 351771 h 5668603"/>
                <a:gd name="connsiteX3" fmla="*/ 4196818 w 12193814"/>
                <a:gd name="connsiteY3" fmla="*/ 0 h 5668603"/>
                <a:gd name="connsiteX4" fmla="*/ 12192908 w 12193814"/>
                <a:gd name="connsiteY4" fmla="*/ 0 h 5668603"/>
                <a:gd name="connsiteX5" fmla="*/ 12192907 w 12193814"/>
                <a:gd name="connsiteY5" fmla="*/ 5668603 h 5668603"/>
                <a:gd name="connsiteX6" fmla="*/ 908 w 12193814"/>
                <a:gd name="connsiteY6" fmla="*/ 5630895 h 5668603"/>
                <a:gd name="connsiteX7" fmla="*/ 908 w 12193814"/>
                <a:gd name="connsiteY7" fmla="*/ 0 h 5668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3814" h="5668603">
                  <a:moveTo>
                    <a:pt x="908" y="0"/>
                  </a:moveTo>
                  <a:lnTo>
                    <a:pt x="3455177" y="0"/>
                  </a:lnTo>
                  <a:lnTo>
                    <a:pt x="3825998" y="351771"/>
                  </a:lnTo>
                  <a:lnTo>
                    <a:pt x="4196818" y="0"/>
                  </a:lnTo>
                  <a:lnTo>
                    <a:pt x="12192908" y="0"/>
                  </a:lnTo>
                  <a:cubicBezTo>
                    <a:pt x="12189766" y="1886392"/>
                    <a:pt x="12196049" y="3782211"/>
                    <a:pt x="12192907" y="5668603"/>
                  </a:cubicBezTo>
                  <a:lnTo>
                    <a:pt x="908" y="5630895"/>
                  </a:lnTo>
                  <a:cubicBezTo>
                    <a:pt x="4050" y="3515117"/>
                    <a:pt x="-2234" y="2115778"/>
                    <a:pt x="908" y="0"/>
                  </a:cubicBez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9" name="Grafik 8"/>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783671"/>
              <a:ext cx="12192000" cy="409956"/>
            </a:xfrm>
            <a:prstGeom prst="rect">
              <a:avLst/>
            </a:prstGeom>
          </p:spPr>
        </p:pic>
      </p:grpSp>
      <p:sp>
        <p:nvSpPr>
          <p:cNvPr id="4" name="Datumsplatzhalter 3"/>
          <p:cNvSpPr>
            <a:spLocks noGrp="1"/>
          </p:cNvSpPr>
          <p:nvPr>
            <p:ph type="dt" sz="half" idx="10"/>
          </p:nvPr>
        </p:nvSpPr>
        <p:spPr/>
        <p:txBody>
          <a:bodyPr/>
          <a:lstStyle/>
          <a:p>
            <a:fld id="{CA52A6E7-51B3-4CF0-8F47-DAACA7061ACA}" type="datetime1">
              <a:rPr lang="de-DE" smtClean="0"/>
              <a:t>26.06.2023</a:t>
            </a:fld>
            <a:endParaRPr lang="de-DE"/>
          </a:p>
        </p:txBody>
      </p:sp>
      <p:sp>
        <p:nvSpPr>
          <p:cNvPr id="5" name="Fußzeilenplatzhalter 4"/>
          <p:cNvSpPr>
            <a:spLocks noGrp="1"/>
          </p:cNvSpPr>
          <p:nvPr>
            <p:ph type="ftr" sz="quarter" idx="11"/>
          </p:nvPr>
        </p:nvSpPr>
        <p:spPr/>
        <p:txBody>
          <a:bodyPr/>
          <a:lstStyle/>
          <a:p>
            <a:r>
              <a:rPr lang="de-DE" smtClean="0"/>
              <a:t>Präsentationsthema</a:t>
            </a:r>
            <a:endParaRPr lang="de-DE"/>
          </a:p>
        </p:txBody>
      </p:sp>
      <p:sp>
        <p:nvSpPr>
          <p:cNvPr id="6" name="Foliennummernplatzhalter 5"/>
          <p:cNvSpPr>
            <a:spLocks noGrp="1"/>
          </p:cNvSpPr>
          <p:nvPr>
            <p:ph type="sldNum" sz="quarter" idx="12"/>
          </p:nvPr>
        </p:nvSpPr>
        <p:spPr/>
        <p:txBody>
          <a:bodyPr/>
          <a:lstStyle/>
          <a:p>
            <a:fld id="{220551C3-A462-45EE-8D4B-53AADAADD6D4}" type="slidenum">
              <a:rPr lang="de-DE" smtClean="0"/>
              <a:t>‹Nr.›</a:t>
            </a:fld>
            <a:endParaRPr lang="de-DE"/>
          </a:p>
        </p:txBody>
      </p:sp>
      <p:pic>
        <p:nvPicPr>
          <p:cNvPr id="10" name="Grafik 9"/>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33" name="Textplatzhalter 32"/>
          <p:cNvSpPr>
            <a:spLocks noGrp="1"/>
          </p:cNvSpPr>
          <p:nvPr>
            <p:ph type="body" sz="quarter" idx="13" hasCustomPrompt="1"/>
          </p:nvPr>
        </p:nvSpPr>
        <p:spPr>
          <a:xfrm>
            <a:off x="352995" y="2002314"/>
            <a:ext cx="2149475" cy="706356"/>
          </a:xfrm>
        </p:spPr>
        <p:txBody>
          <a:bodyPr>
            <a:normAutofit/>
          </a:bodyPr>
          <a:lstStyle>
            <a:lvl1pPr marL="0" indent="0" algn="ctr">
              <a:buNone/>
              <a:defRPr sz="4800" b="1">
                <a:solidFill>
                  <a:schemeClr val="accent2"/>
                </a:solidFill>
              </a:defRPr>
            </a:lvl1pPr>
          </a:lstStyle>
          <a:p>
            <a:pPr lvl="0"/>
            <a:r>
              <a:rPr lang="de-DE" dirty="0" smtClean="0"/>
              <a:t>01</a:t>
            </a:r>
            <a:endParaRPr lang="de-DE" dirty="0"/>
          </a:p>
        </p:txBody>
      </p:sp>
      <p:sp>
        <p:nvSpPr>
          <p:cNvPr id="34" name="Textplatzhalter 32"/>
          <p:cNvSpPr>
            <a:spLocks noGrp="1"/>
          </p:cNvSpPr>
          <p:nvPr>
            <p:ph type="body" sz="quarter" idx="14" hasCustomPrompt="1"/>
          </p:nvPr>
        </p:nvSpPr>
        <p:spPr>
          <a:xfrm>
            <a:off x="352995" y="2721925"/>
            <a:ext cx="2149475" cy="706356"/>
          </a:xfrm>
        </p:spPr>
        <p:txBody>
          <a:bodyPr>
            <a:normAutofit/>
          </a:bodyPr>
          <a:lstStyle>
            <a:lvl1pPr marL="0" indent="0" algn="ctr">
              <a:buNone/>
              <a:defRPr sz="2400" b="1">
                <a:solidFill>
                  <a:schemeClr val="tx1"/>
                </a:solidFill>
              </a:defRPr>
            </a:lvl1pPr>
          </a:lstStyle>
          <a:p>
            <a:pPr lvl="0"/>
            <a:r>
              <a:rPr lang="de-DE" dirty="0" smtClean="0"/>
              <a:t>Das erste Thema/Tag</a:t>
            </a:r>
            <a:endParaRPr lang="de-DE" dirty="0"/>
          </a:p>
        </p:txBody>
      </p:sp>
      <p:sp>
        <p:nvSpPr>
          <p:cNvPr id="35" name="Textplatzhalter 32"/>
          <p:cNvSpPr>
            <a:spLocks noGrp="1"/>
          </p:cNvSpPr>
          <p:nvPr>
            <p:ph type="body" sz="quarter" idx="15" hasCustomPrompt="1"/>
          </p:nvPr>
        </p:nvSpPr>
        <p:spPr>
          <a:xfrm>
            <a:off x="352995" y="3441535"/>
            <a:ext cx="2149475" cy="2870365"/>
          </a:xfrm>
        </p:spPr>
        <p:txBody>
          <a:bodyPr>
            <a:normAutofit/>
          </a:bodyPr>
          <a:lstStyle>
            <a:lvl1pPr marL="0" indent="0" algn="ctr">
              <a:buNone/>
              <a:defRPr sz="1800" b="0" baseline="0">
                <a:solidFill>
                  <a:schemeClr val="tx1"/>
                </a:solidFill>
              </a:defRPr>
            </a:lvl1pPr>
          </a:lstStyle>
          <a:p>
            <a:pPr lvl="0"/>
            <a:r>
              <a:rPr lang="de-DE" dirty="0" smtClean="0"/>
              <a:t>Optional kann hier eine Beschreibung hinterlegt werden</a:t>
            </a:r>
          </a:p>
          <a:p>
            <a:pPr lvl="0"/>
            <a:r>
              <a:rPr lang="de-DE" dirty="0" smtClean="0"/>
              <a:t>1.1 </a:t>
            </a:r>
            <a:br>
              <a:rPr lang="de-DE" dirty="0" smtClean="0"/>
            </a:br>
            <a:r>
              <a:rPr lang="de-DE" dirty="0" smtClean="0"/>
              <a:t>Oder das Thema untergliedert werden</a:t>
            </a:r>
            <a:endParaRPr lang="de-DE" dirty="0"/>
          </a:p>
        </p:txBody>
      </p:sp>
      <p:sp>
        <p:nvSpPr>
          <p:cNvPr id="45" name="Textplatzhalter 32"/>
          <p:cNvSpPr>
            <a:spLocks noGrp="1"/>
          </p:cNvSpPr>
          <p:nvPr>
            <p:ph type="body" sz="quarter" idx="16" hasCustomPrompt="1"/>
          </p:nvPr>
        </p:nvSpPr>
        <p:spPr>
          <a:xfrm>
            <a:off x="2502470" y="2002314"/>
            <a:ext cx="2149475" cy="706356"/>
          </a:xfrm>
        </p:spPr>
        <p:txBody>
          <a:bodyPr>
            <a:normAutofit/>
          </a:bodyPr>
          <a:lstStyle>
            <a:lvl1pPr marL="0" indent="0" algn="ctr">
              <a:buNone/>
              <a:defRPr sz="4800" b="1">
                <a:solidFill>
                  <a:schemeClr val="accent2"/>
                </a:solidFill>
              </a:defRPr>
            </a:lvl1pPr>
          </a:lstStyle>
          <a:p>
            <a:pPr lvl="0"/>
            <a:r>
              <a:rPr lang="de-DE" dirty="0" smtClean="0"/>
              <a:t>02</a:t>
            </a:r>
            <a:endParaRPr lang="de-DE" dirty="0"/>
          </a:p>
        </p:txBody>
      </p:sp>
      <p:sp>
        <p:nvSpPr>
          <p:cNvPr id="46" name="Textplatzhalter 32"/>
          <p:cNvSpPr>
            <a:spLocks noGrp="1"/>
          </p:cNvSpPr>
          <p:nvPr>
            <p:ph type="body" sz="quarter" idx="17" hasCustomPrompt="1"/>
          </p:nvPr>
        </p:nvSpPr>
        <p:spPr>
          <a:xfrm>
            <a:off x="2502470" y="2721925"/>
            <a:ext cx="2149475" cy="706356"/>
          </a:xfrm>
        </p:spPr>
        <p:txBody>
          <a:bodyPr>
            <a:normAutofit/>
          </a:bodyPr>
          <a:lstStyle>
            <a:lvl1pPr marL="0" indent="0" algn="ctr">
              <a:buNone/>
              <a:defRPr sz="2400" b="1">
                <a:solidFill>
                  <a:schemeClr val="tx1"/>
                </a:solidFill>
              </a:defRPr>
            </a:lvl1pPr>
          </a:lstStyle>
          <a:p>
            <a:pPr lvl="0"/>
            <a:r>
              <a:rPr lang="de-DE" dirty="0" smtClean="0"/>
              <a:t>Das zweite Thema/Tag</a:t>
            </a:r>
            <a:endParaRPr lang="de-DE" dirty="0"/>
          </a:p>
        </p:txBody>
      </p:sp>
      <p:sp>
        <p:nvSpPr>
          <p:cNvPr id="47" name="Textplatzhalter 32"/>
          <p:cNvSpPr>
            <a:spLocks noGrp="1"/>
          </p:cNvSpPr>
          <p:nvPr>
            <p:ph type="body" sz="quarter" idx="18" hasCustomPrompt="1"/>
          </p:nvPr>
        </p:nvSpPr>
        <p:spPr>
          <a:xfrm>
            <a:off x="2502470" y="3441535"/>
            <a:ext cx="2149475" cy="2870365"/>
          </a:xfrm>
        </p:spPr>
        <p:txBody>
          <a:bodyPr>
            <a:normAutofit/>
          </a:bodyPr>
          <a:lstStyle>
            <a:lvl1pPr marL="0" indent="0" algn="ctr">
              <a:buNone/>
              <a:defRPr sz="1800" b="0" baseline="0">
                <a:solidFill>
                  <a:schemeClr val="tx1"/>
                </a:solidFill>
              </a:defRPr>
            </a:lvl1pPr>
          </a:lstStyle>
          <a:p>
            <a:pPr lvl="0"/>
            <a:r>
              <a:rPr lang="de-DE" dirty="0" smtClean="0"/>
              <a:t>Optional kann hier eine Beschreibung hinterlegt werden</a:t>
            </a:r>
          </a:p>
          <a:p>
            <a:pPr lvl="0"/>
            <a:r>
              <a:rPr lang="de-DE" dirty="0" smtClean="0"/>
              <a:t>2.1 </a:t>
            </a:r>
            <a:br>
              <a:rPr lang="de-DE" dirty="0" smtClean="0"/>
            </a:br>
            <a:r>
              <a:rPr lang="de-DE" dirty="0" smtClean="0"/>
              <a:t>Oder das Thema untergliedert werden</a:t>
            </a:r>
            <a:endParaRPr lang="de-DE" dirty="0"/>
          </a:p>
        </p:txBody>
      </p:sp>
      <p:sp>
        <p:nvSpPr>
          <p:cNvPr id="48" name="Textplatzhalter 32"/>
          <p:cNvSpPr>
            <a:spLocks noGrp="1"/>
          </p:cNvSpPr>
          <p:nvPr>
            <p:ph type="body" sz="quarter" idx="19" hasCustomPrompt="1"/>
          </p:nvPr>
        </p:nvSpPr>
        <p:spPr>
          <a:xfrm>
            <a:off x="4651945" y="2002314"/>
            <a:ext cx="2149475" cy="706356"/>
          </a:xfrm>
        </p:spPr>
        <p:txBody>
          <a:bodyPr>
            <a:normAutofit/>
          </a:bodyPr>
          <a:lstStyle>
            <a:lvl1pPr marL="0" indent="0" algn="ctr">
              <a:buNone/>
              <a:defRPr sz="4800" b="1">
                <a:solidFill>
                  <a:schemeClr val="accent2"/>
                </a:solidFill>
              </a:defRPr>
            </a:lvl1pPr>
          </a:lstStyle>
          <a:p>
            <a:pPr lvl="0"/>
            <a:r>
              <a:rPr lang="de-DE" dirty="0" smtClean="0"/>
              <a:t>03</a:t>
            </a:r>
            <a:endParaRPr lang="de-DE" dirty="0"/>
          </a:p>
        </p:txBody>
      </p:sp>
      <p:sp>
        <p:nvSpPr>
          <p:cNvPr id="49" name="Textplatzhalter 32"/>
          <p:cNvSpPr>
            <a:spLocks noGrp="1"/>
          </p:cNvSpPr>
          <p:nvPr>
            <p:ph type="body" sz="quarter" idx="20" hasCustomPrompt="1"/>
          </p:nvPr>
        </p:nvSpPr>
        <p:spPr>
          <a:xfrm>
            <a:off x="4651945" y="2721925"/>
            <a:ext cx="2149475" cy="706356"/>
          </a:xfrm>
        </p:spPr>
        <p:txBody>
          <a:bodyPr>
            <a:normAutofit/>
          </a:bodyPr>
          <a:lstStyle>
            <a:lvl1pPr marL="0" indent="0" algn="ctr">
              <a:buNone/>
              <a:defRPr sz="2400" b="1">
                <a:solidFill>
                  <a:schemeClr val="tx1"/>
                </a:solidFill>
              </a:defRPr>
            </a:lvl1pPr>
          </a:lstStyle>
          <a:p>
            <a:pPr lvl="0"/>
            <a:r>
              <a:rPr lang="de-DE" dirty="0" smtClean="0"/>
              <a:t>Das dritte Thema/Tag</a:t>
            </a:r>
            <a:endParaRPr lang="de-DE" dirty="0"/>
          </a:p>
        </p:txBody>
      </p:sp>
      <p:sp>
        <p:nvSpPr>
          <p:cNvPr id="50" name="Textplatzhalter 32"/>
          <p:cNvSpPr>
            <a:spLocks noGrp="1"/>
          </p:cNvSpPr>
          <p:nvPr>
            <p:ph type="body" sz="quarter" idx="21" hasCustomPrompt="1"/>
          </p:nvPr>
        </p:nvSpPr>
        <p:spPr>
          <a:xfrm>
            <a:off x="4651945" y="3441535"/>
            <a:ext cx="2149475" cy="2870365"/>
          </a:xfrm>
        </p:spPr>
        <p:txBody>
          <a:bodyPr>
            <a:normAutofit/>
          </a:bodyPr>
          <a:lstStyle>
            <a:lvl1pPr marL="0" indent="0" algn="ctr">
              <a:buNone/>
              <a:defRPr sz="1800" b="0" baseline="0">
                <a:solidFill>
                  <a:schemeClr val="tx1"/>
                </a:solidFill>
              </a:defRPr>
            </a:lvl1pPr>
          </a:lstStyle>
          <a:p>
            <a:pPr lvl="0"/>
            <a:r>
              <a:rPr lang="de-DE" dirty="0" smtClean="0"/>
              <a:t>Optional kann hier eine Beschreibung hinterlegt werden</a:t>
            </a:r>
          </a:p>
          <a:p>
            <a:pPr lvl="0"/>
            <a:r>
              <a:rPr lang="de-DE" dirty="0" smtClean="0"/>
              <a:t>3.1 </a:t>
            </a:r>
            <a:br>
              <a:rPr lang="de-DE" dirty="0" smtClean="0"/>
            </a:br>
            <a:r>
              <a:rPr lang="de-DE" dirty="0" smtClean="0"/>
              <a:t>Oder das Thema untergliedert werden</a:t>
            </a:r>
          </a:p>
        </p:txBody>
      </p:sp>
      <p:sp>
        <p:nvSpPr>
          <p:cNvPr id="51" name="Textplatzhalter 32"/>
          <p:cNvSpPr>
            <a:spLocks noGrp="1"/>
          </p:cNvSpPr>
          <p:nvPr>
            <p:ph type="body" sz="quarter" idx="22" hasCustomPrompt="1"/>
          </p:nvPr>
        </p:nvSpPr>
        <p:spPr>
          <a:xfrm>
            <a:off x="6801420" y="2002314"/>
            <a:ext cx="2149475" cy="706356"/>
          </a:xfrm>
        </p:spPr>
        <p:txBody>
          <a:bodyPr>
            <a:normAutofit/>
          </a:bodyPr>
          <a:lstStyle>
            <a:lvl1pPr marL="0" indent="0" algn="ctr">
              <a:buNone/>
              <a:defRPr sz="4800" b="1">
                <a:solidFill>
                  <a:schemeClr val="accent2"/>
                </a:solidFill>
              </a:defRPr>
            </a:lvl1pPr>
          </a:lstStyle>
          <a:p>
            <a:pPr lvl="0"/>
            <a:r>
              <a:rPr lang="de-DE" dirty="0" smtClean="0"/>
              <a:t>04</a:t>
            </a:r>
            <a:endParaRPr lang="de-DE" dirty="0"/>
          </a:p>
        </p:txBody>
      </p:sp>
      <p:sp>
        <p:nvSpPr>
          <p:cNvPr id="52" name="Textplatzhalter 32"/>
          <p:cNvSpPr>
            <a:spLocks noGrp="1"/>
          </p:cNvSpPr>
          <p:nvPr>
            <p:ph type="body" sz="quarter" idx="23" hasCustomPrompt="1"/>
          </p:nvPr>
        </p:nvSpPr>
        <p:spPr>
          <a:xfrm>
            <a:off x="6801420" y="2721925"/>
            <a:ext cx="2149475" cy="706356"/>
          </a:xfrm>
        </p:spPr>
        <p:txBody>
          <a:bodyPr>
            <a:normAutofit/>
          </a:bodyPr>
          <a:lstStyle>
            <a:lvl1pPr marL="0" indent="0" algn="ctr">
              <a:buNone/>
              <a:defRPr sz="2400" b="1">
                <a:solidFill>
                  <a:schemeClr val="tx1"/>
                </a:solidFill>
              </a:defRPr>
            </a:lvl1pPr>
          </a:lstStyle>
          <a:p>
            <a:pPr lvl="0"/>
            <a:r>
              <a:rPr lang="de-DE" dirty="0" smtClean="0"/>
              <a:t>Das vierte Thema/Tag</a:t>
            </a:r>
            <a:endParaRPr lang="de-DE" dirty="0"/>
          </a:p>
        </p:txBody>
      </p:sp>
      <p:sp>
        <p:nvSpPr>
          <p:cNvPr id="53" name="Textplatzhalter 32"/>
          <p:cNvSpPr>
            <a:spLocks noGrp="1"/>
          </p:cNvSpPr>
          <p:nvPr>
            <p:ph type="body" sz="quarter" idx="24" hasCustomPrompt="1"/>
          </p:nvPr>
        </p:nvSpPr>
        <p:spPr>
          <a:xfrm>
            <a:off x="6801420" y="3441535"/>
            <a:ext cx="2149475" cy="2870365"/>
          </a:xfrm>
        </p:spPr>
        <p:txBody>
          <a:bodyPr>
            <a:normAutofit/>
          </a:bodyPr>
          <a:lstStyle>
            <a:lvl1pPr marL="0" indent="0" algn="ctr">
              <a:buNone/>
              <a:defRPr sz="1800" b="0" baseline="0">
                <a:solidFill>
                  <a:schemeClr val="tx1"/>
                </a:solidFill>
              </a:defRPr>
            </a:lvl1pPr>
          </a:lstStyle>
          <a:p>
            <a:pPr lvl="0"/>
            <a:r>
              <a:rPr lang="de-DE" dirty="0" smtClean="0"/>
              <a:t>Optional kann hier eine Beschreibung hinterlegt werden</a:t>
            </a:r>
          </a:p>
          <a:p>
            <a:pPr lvl="0"/>
            <a:r>
              <a:rPr lang="de-DE" dirty="0" smtClean="0"/>
              <a:t>4.1 </a:t>
            </a:r>
            <a:br>
              <a:rPr lang="de-DE" dirty="0" smtClean="0"/>
            </a:br>
            <a:r>
              <a:rPr lang="de-DE" dirty="0" smtClean="0"/>
              <a:t>Oder das Thema untergliedert werden</a:t>
            </a:r>
            <a:endParaRPr lang="de-DE" dirty="0"/>
          </a:p>
        </p:txBody>
      </p:sp>
      <p:sp>
        <p:nvSpPr>
          <p:cNvPr id="60" name="Textplatzhalter 32"/>
          <p:cNvSpPr>
            <a:spLocks noGrp="1"/>
          </p:cNvSpPr>
          <p:nvPr>
            <p:ph type="body" sz="quarter" idx="25" hasCustomPrompt="1"/>
          </p:nvPr>
        </p:nvSpPr>
        <p:spPr>
          <a:xfrm>
            <a:off x="8969749" y="2002314"/>
            <a:ext cx="2149475" cy="706356"/>
          </a:xfrm>
        </p:spPr>
        <p:txBody>
          <a:bodyPr>
            <a:normAutofit/>
          </a:bodyPr>
          <a:lstStyle>
            <a:lvl1pPr marL="0" indent="0" algn="ctr">
              <a:buNone/>
              <a:defRPr sz="4800" b="1">
                <a:solidFill>
                  <a:schemeClr val="accent2"/>
                </a:solidFill>
              </a:defRPr>
            </a:lvl1pPr>
          </a:lstStyle>
          <a:p>
            <a:pPr lvl="0"/>
            <a:r>
              <a:rPr lang="de-DE" dirty="0" smtClean="0"/>
              <a:t>05</a:t>
            </a:r>
            <a:endParaRPr lang="de-DE" dirty="0"/>
          </a:p>
        </p:txBody>
      </p:sp>
      <p:sp>
        <p:nvSpPr>
          <p:cNvPr id="61" name="Textplatzhalter 32"/>
          <p:cNvSpPr>
            <a:spLocks noGrp="1"/>
          </p:cNvSpPr>
          <p:nvPr>
            <p:ph type="body" sz="quarter" idx="26" hasCustomPrompt="1"/>
          </p:nvPr>
        </p:nvSpPr>
        <p:spPr>
          <a:xfrm>
            <a:off x="8969749" y="2721925"/>
            <a:ext cx="2149475" cy="706356"/>
          </a:xfrm>
        </p:spPr>
        <p:txBody>
          <a:bodyPr>
            <a:normAutofit/>
          </a:bodyPr>
          <a:lstStyle>
            <a:lvl1pPr marL="0" indent="0" algn="ctr">
              <a:buNone/>
              <a:defRPr sz="2400" b="1">
                <a:solidFill>
                  <a:schemeClr val="tx1"/>
                </a:solidFill>
              </a:defRPr>
            </a:lvl1pPr>
          </a:lstStyle>
          <a:p>
            <a:pPr lvl="0"/>
            <a:r>
              <a:rPr lang="de-DE" dirty="0" smtClean="0"/>
              <a:t>Das fünfte Thema/Tag</a:t>
            </a:r>
            <a:endParaRPr lang="de-DE" dirty="0"/>
          </a:p>
        </p:txBody>
      </p:sp>
      <p:sp>
        <p:nvSpPr>
          <p:cNvPr id="62" name="Textplatzhalter 32"/>
          <p:cNvSpPr>
            <a:spLocks noGrp="1"/>
          </p:cNvSpPr>
          <p:nvPr>
            <p:ph type="body" sz="quarter" idx="27" hasCustomPrompt="1"/>
          </p:nvPr>
        </p:nvSpPr>
        <p:spPr>
          <a:xfrm>
            <a:off x="8969749" y="3441535"/>
            <a:ext cx="2149475" cy="2870365"/>
          </a:xfrm>
        </p:spPr>
        <p:txBody>
          <a:bodyPr>
            <a:normAutofit/>
          </a:bodyPr>
          <a:lstStyle>
            <a:lvl1pPr marL="0" indent="0" algn="ctr">
              <a:buNone/>
              <a:defRPr sz="1800" b="0" baseline="0">
                <a:solidFill>
                  <a:schemeClr val="tx1"/>
                </a:solidFill>
              </a:defRPr>
            </a:lvl1pPr>
          </a:lstStyle>
          <a:p>
            <a:pPr lvl="0"/>
            <a:r>
              <a:rPr lang="de-DE" dirty="0" smtClean="0"/>
              <a:t>Optional kann hier eine Beschreibung hinterlegt werden</a:t>
            </a:r>
          </a:p>
          <a:p>
            <a:pPr lvl="0"/>
            <a:r>
              <a:rPr lang="de-DE" dirty="0" smtClean="0"/>
              <a:t>5.1 </a:t>
            </a:r>
            <a:br>
              <a:rPr lang="de-DE" dirty="0" smtClean="0"/>
            </a:br>
            <a:r>
              <a:rPr lang="de-DE" dirty="0" smtClean="0"/>
              <a:t>Oder das Thema untergliedert werden</a:t>
            </a:r>
            <a:endParaRPr lang="de-DE" dirty="0"/>
          </a:p>
        </p:txBody>
      </p:sp>
      <p:sp>
        <p:nvSpPr>
          <p:cNvPr id="63" name="Titel 62"/>
          <p:cNvSpPr>
            <a:spLocks noGrp="1"/>
          </p:cNvSpPr>
          <p:nvPr>
            <p:ph type="title" hasCustomPrompt="1"/>
          </p:nvPr>
        </p:nvSpPr>
        <p:spPr>
          <a:xfrm>
            <a:off x="352995" y="556221"/>
            <a:ext cx="5010857" cy="673743"/>
          </a:xfrm>
        </p:spPr>
        <p:txBody>
          <a:bodyPr anchor="t" anchorCtr="0"/>
          <a:lstStyle>
            <a:lvl1pPr>
              <a:defRPr/>
            </a:lvl1pPr>
          </a:lstStyle>
          <a:p>
            <a:r>
              <a:rPr lang="de-DE" dirty="0" smtClean="0"/>
              <a:t>Themenübersicht</a:t>
            </a:r>
            <a:endParaRPr lang="de-DE" dirty="0"/>
          </a:p>
        </p:txBody>
      </p:sp>
    </p:spTree>
    <p:extLst>
      <p:ext uri="{BB962C8B-B14F-4D97-AF65-F5344CB8AC3E}">
        <p14:creationId xmlns:p14="http://schemas.microsoft.com/office/powerpoint/2010/main" val="3734099035"/>
      </p:ext>
    </p:extLst>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Lernziele">
    <p:spTree>
      <p:nvGrpSpPr>
        <p:cNvPr id="1" name=""/>
        <p:cNvGrpSpPr/>
        <p:nvPr/>
      </p:nvGrpSpPr>
      <p:grpSpPr>
        <a:xfrm>
          <a:off x="0" y="0"/>
          <a:ext cx="0" cy="0"/>
          <a:chOff x="0" y="0"/>
          <a:chExt cx="0" cy="0"/>
        </a:xfrm>
      </p:grpSpPr>
      <p:grpSp>
        <p:nvGrpSpPr>
          <p:cNvPr id="8" name="Gruppieren 7"/>
          <p:cNvGrpSpPr/>
          <p:nvPr userDrawn="1"/>
        </p:nvGrpSpPr>
        <p:grpSpPr>
          <a:xfrm>
            <a:off x="0" y="6083955"/>
            <a:ext cx="12192000" cy="792064"/>
            <a:chOff x="0" y="6083955"/>
            <a:chExt cx="12192000" cy="792064"/>
          </a:xfrm>
        </p:grpSpPr>
        <p:sp>
          <p:nvSpPr>
            <p:cNvPr id="9" name="Freihandform 8"/>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10" name="Grafik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sp>
        <p:nvSpPr>
          <p:cNvPr id="5" name="Datumsplatzhalter 4"/>
          <p:cNvSpPr>
            <a:spLocks noGrp="1"/>
          </p:cNvSpPr>
          <p:nvPr>
            <p:ph type="dt" sz="half" idx="10"/>
          </p:nvPr>
        </p:nvSpPr>
        <p:spPr/>
        <p:txBody>
          <a:bodyPr/>
          <a:lstStyle/>
          <a:p>
            <a:fld id="{D68AE64B-F625-4BED-967E-AC8D2D6E44A7}" type="datetime1">
              <a:rPr lang="de-DE" smtClean="0"/>
              <a:t>26.06.2023</a:t>
            </a:fld>
            <a:endParaRPr lang="de-DE"/>
          </a:p>
        </p:txBody>
      </p:sp>
      <p:sp>
        <p:nvSpPr>
          <p:cNvPr id="6" name="Fußzeilenplatzhalter 5"/>
          <p:cNvSpPr>
            <a:spLocks noGrp="1"/>
          </p:cNvSpPr>
          <p:nvPr>
            <p:ph type="ftr" sz="quarter" idx="11"/>
          </p:nvPr>
        </p:nvSpPr>
        <p:spPr/>
        <p:txBody>
          <a:bodyPr/>
          <a:lstStyle/>
          <a:p>
            <a:r>
              <a:rPr lang="de-DE" smtClean="0"/>
              <a:t>Präsentationsthema</a:t>
            </a:r>
            <a:endParaRPr lang="de-DE"/>
          </a:p>
        </p:txBody>
      </p:sp>
      <p:sp>
        <p:nvSpPr>
          <p:cNvPr id="7" name="Foliennummernplatzhalter 6"/>
          <p:cNvSpPr>
            <a:spLocks noGrp="1"/>
          </p:cNvSpPr>
          <p:nvPr>
            <p:ph type="sldNum" sz="quarter" idx="12"/>
          </p:nvPr>
        </p:nvSpPr>
        <p:spPr/>
        <p:txBody>
          <a:bodyPr/>
          <a:lstStyle/>
          <a:p>
            <a:fld id="{220551C3-A462-45EE-8D4B-53AADAADD6D4}" type="slidenum">
              <a:rPr lang="de-DE" smtClean="0"/>
              <a:t>‹Nr.›</a:t>
            </a:fld>
            <a:endParaRPr lang="de-DE"/>
          </a:p>
        </p:txBody>
      </p:sp>
      <p:pic>
        <p:nvPicPr>
          <p:cNvPr id="11" name="Grafik 10"/>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14" name="Textplatzhalter 13"/>
          <p:cNvSpPr>
            <a:spLocks noGrp="1"/>
          </p:cNvSpPr>
          <p:nvPr>
            <p:ph type="body" sz="quarter" idx="13" hasCustomPrompt="1"/>
          </p:nvPr>
        </p:nvSpPr>
        <p:spPr>
          <a:xfrm>
            <a:off x="1055688" y="1979613"/>
            <a:ext cx="2158852" cy="1450975"/>
          </a:xfrm>
          <a:solidFill>
            <a:schemeClr val="bg1"/>
          </a:solidFill>
        </p:spPr>
        <p:txBody>
          <a:bodyPr anchor="ctr" anchorCtr="0">
            <a:normAutofit/>
          </a:bodyPr>
          <a:lstStyle>
            <a:lvl1pPr marL="0" indent="0" algn="ctr">
              <a:buNone/>
              <a:defRPr sz="1600" baseline="0"/>
            </a:lvl1pPr>
          </a:lstStyle>
          <a:p>
            <a:pPr lvl="0"/>
            <a:r>
              <a:rPr lang="de-DE" dirty="0" smtClean="0"/>
              <a:t>Hier könnte das erste kompetenzorientierte Lernziel stehen.</a:t>
            </a:r>
            <a:endParaRPr lang="de-DE" dirty="0"/>
          </a:p>
        </p:txBody>
      </p:sp>
      <p:sp>
        <p:nvSpPr>
          <p:cNvPr id="15" name="Textplatzhalter 13"/>
          <p:cNvSpPr>
            <a:spLocks noGrp="1"/>
          </p:cNvSpPr>
          <p:nvPr>
            <p:ph type="body" sz="quarter" idx="14" hasCustomPrompt="1"/>
          </p:nvPr>
        </p:nvSpPr>
        <p:spPr>
          <a:xfrm>
            <a:off x="3949046" y="4147541"/>
            <a:ext cx="2158852" cy="1450975"/>
          </a:xfrm>
          <a:solidFill>
            <a:schemeClr val="bg1"/>
          </a:solidFill>
        </p:spPr>
        <p:txBody>
          <a:bodyPr anchor="ctr" anchorCtr="0">
            <a:normAutofit/>
          </a:bodyPr>
          <a:lstStyle>
            <a:lvl1pPr marL="0" indent="0" algn="ctr">
              <a:buNone/>
              <a:defRPr sz="1600" baseline="0"/>
            </a:lvl1pPr>
          </a:lstStyle>
          <a:p>
            <a:pPr lvl="0"/>
            <a:r>
              <a:rPr lang="de-DE" dirty="0" smtClean="0"/>
              <a:t>Hier könnte das erste kompetenzorientierte Lernziel stehen.</a:t>
            </a:r>
            <a:endParaRPr lang="de-DE" dirty="0"/>
          </a:p>
        </p:txBody>
      </p:sp>
      <p:sp>
        <p:nvSpPr>
          <p:cNvPr id="16" name="Textplatzhalter 13"/>
          <p:cNvSpPr>
            <a:spLocks noGrp="1"/>
          </p:cNvSpPr>
          <p:nvPr>
            <p:ph type="body" sz="quarter" idx="15" hasCustomPrompt="1"/>
          </p:nvPr>
        </p:nvSpPr>
        <p:spPr>
          <a:xfrm>
            <a:off x="6107898" y="558360"/>
            <a:ext cx="2158852" cy="1450975"/>
          </a:xfrm>
          <a:solidFill>
            <a:schemeClr val="bg1"/>
          </a:solidFill>
        </p:spPr>
        <p:txBody>
          <a:bodyPr anchor="ctr" anchorCtr="0">
            <a:normAutofit/>
          </a:bodyPr>
          <a:lstStyle>
            <a:lvl1pPr marL="0" indent="0" algn="ctr">
              <a:buNone/>
              <a:defRPr sz="1600" baseline="0"/>
            </a:lvl1pPr>
          </a:lstStyle>
          <a:p>
            <a:pPr lvl="0"/>
            <a:r>
              <a:rPr lang="de-DE" dirty="0" smtClean="0"/>
              <a:t>Hier könnte das erste kompetenzorientierte Lernziel stehen.</a:t>
            </a:r>
            <a:endParaRPr lang="de-DE" dirty="0"/>
          </a:p>
        </p:txBody>
      </p:sp>
      <p:sp>
        <p:nvSpPr>
          <p:cNvPr id="17" name="Textplatzhalter 13"/>
          <p:cNvSpPr>
            <a:spLocks noGrp="1"/>
          </p:cNvSpPr>
          <p:nvPr>
            <p:ph type="body" sz="quarter" idx="16" hasCustomPrompt="1"/>
          </p:nvPr>
        </p:nvSpPr>
        <p:spPr>
          <a:xfrm>
            <a:off x="8266750" y="2696566"/>
            <a:ext cx="2158852" cy="1450975"/>
          </a:xfrm>
          <a:solidFill>
            <a:schemeClr val="bg1"/>
          </a:solidFill>
        </p:spPr>
        <p:txBody>
          <a:bodyPr anchor="ctr" anchorCtr="0">
            <a:normAutofit/>
          </a:bodyPr>
          <a:lstStyle>
            <a:lvl1pPr marL="0" indent="0" algn="ctr">
              <a:buNone/>
              <a:defRPr sz="1600" baseline="0"/>
            </a:lvl1pPr>
          </a:lstStyle>
          <a:p>
            <a:pPr lvl="0"/>
            <a:r>
              <a:rPr lang="de-DE" dirty="0" smtClean="0"/>
              <a:t>Hier könnte das erste kompetenzorientierte Lernziel stehen.</a:t>
            </a:r>
            <a:endParaRPr lang="de-DE" dirty="0"/>
          </a:p>
        </p:txBody>
      </p:sp>
      <p:sp>
        <p:nvSpPr>
          <p:cNvPr id="18" name="Titel 17"/>
          <p:cNvSpPr>
            <a:spLocks noGrp="1"/>
          </p:cNvSpPr>
          <p:nvPr>
            <p:ph type="title" hasCustomPrompt="1"/>
          </p:nvPr>
        </p:nvSpPr>
        <p:spPr>
          <a:xfrm>
            <a:off x="347893" y="558360"/>
            <a:ext cx="3601153" cy="691320"/>
          </a:xfrm>
        </p:spPr>
        <p:txBody>
          <a:bodyPr anchor="t" anchorCtr="0"/>
          <a:lstStyle>
            <a:lvl1pPr>
              <a:defRPr/>
            </a:lvl1pPr>
          </a:lstStyle>
          <a:p>
            <a:r>
              <a:rPr lang="de-DE" dirty="0" smtClean="0"/>
              <a:t>Lernziele</a:t>
            </a:r>
            <a:endParaRPr lang="de-DE" dirty="0"/>
          </a:p>
        </p:txBody>
      </p:sp>
    </p:spTree>
    <p:extLst>
      <p:ext uri="{BB962C8B-B14F-4D97-AF65-F5344CB8AC3E}">
        <p14:creationId xmlns:p14="http://schemas.microsoft.com/office/powerpoint/2010/main" val="3937489653"/>
      </p:ext>
    </p:extLst>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Lernziele_mit_Bild">
    <p:spTree>
      <p:nvGrpSpPr>
        <p:cNvPr id="1" name=""/>
        <p:cNvGrpSpPr/>
        <p:nvPr/>
      </p:nvGrpSpPr>
      <p:grpSpPr>
        <a:xfrm>
          <a:off x="0" y="0"/>
          <a:ext cx="0" cy="0"/>
          <a:chOff x="0" y="0"/>
          <a:chExt cx="0" cy="0"/>
        </a:xfrm>
      </p:grpSpPr>
      <p:sp>
        <p:nvSpPr>
          <p:cNvPr id="3" name="Bildplatzhalter 2"/>
          <p:cNvSpPr>
            <a:spLocks noGrp="1"/>
          </p:cNvSpPr>
          <p:nvPr>
            <p:ph type="pic" sz="quarter" idx="17" hasCustomPrompt="1"/>
          </p:nvPr>
        </p:nvSpPr>
        <p:spPr>
          <a:xfrm>
            <a:off x="0" y="1263650"/>
            <a:ext cx="12192000" cy="5378450"/>
          </a:xfr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lvl1pPr>
          </a:lstStyle>
          <a:p>
            <a:r>
              <a:rPr lang="de-DE" dirty="0" smtClean="0"/>
              <a:t>Bild durch klick auf das Symbol hinzufügen und in den Hintergrund verschieben.</a:t>
            </a:r>
          </a:p>
          <a:p>
            <a:endParaRPr lang="de-DE" dirty="0"/>
          </a:p>
        </p:txBody>
      </p:sp>
      <p:grpSp>
        <p:nvGrpSpPr>
          <p:cNvPr id="8" name="Gruppieren 7"/>
          <p:cNvGrpSpPr/>
          <p:nvPr userDrawn="1"/>
        </p:nvGrpSpPr>
        <p:grpSpPr>
          <a:xfrm>
            <a:off x="0" y="6083955"/>
            <a:ext cx="12192000" cy="792064"/>
            <a:chOff x="0" y="6083955"/>
            <a:chExt cx="12192000" cy="792064"/>
          </a:xfrm>
        </p:grpSpPr>
        <p:sp>
          <p:nvSpPr>
            <p:cNvPr id="9" name="Freihandform 8"/>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10" name="Grafik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sp>
        <p:nvSpPr>
          <p:cNvPr id="5" name="Datumsplatzhalter 4"/>
          <p:cNvSpPr>
            <a:spLocks noGrp="1"/>
          </p:cNvSpPr>
          <p:nvPr>
            <p:ph type="dt" sz="half" idx="10"/>
          </p:nvPr>
        </p:nvSpPr>
        <p:spPr/>
        <p:txBody>
          <a:bodyPr/>
          <a:lstStyle/>
          <a:p>
            <a:fld id="{487523B2-4D63-4A9B-9A7C-462B7722D6B8}" type="datetime1">
              <a:rPr lang="de-DE" smtClean="0"/>
              <a:t>26.06.2023</a:t>
            </a:fld>
            <a:endParaRPr lang="de-DE"/>
          </a:p>
        </p:txBody>
      </p:sp>
      <p:sp>
        <p:nvSpPr>
          <p:cNvPr id="6" name="Fußzeilenplatzhalter 5"/>
          <p:cNvSpPr>
            <a:spLocks noGrp="1"/>
          </p:cNvSpPr>
          <p:nvPr>
            <p:ph type="ftr" sz="quarter" idx="11"/>
          </p:nvPr>
        </p:nvSpPr>
        <p:spPr/>
        <p:txBody>
          <a:bodyPr/>
          <a:lstStyle/>
          <a:p>
            <a:r>
              <a:rPr lang="de-DE" smtClean="0"/>
              <a:t>Präsentationsthema</a:t>
            </a:r>
            <a:endParaRPr lang="de-DE"/>
          </a:p>
        </p:txBody>
      </p:sp>
      <p:sp>
        <p:nvSpPr>
          <p:cNvPr id="7" name="Foliennummernplatzhalter 6"/>
          <p:cNvSpPr>
            <a:spLocks noGrp="1"/>
          </p:cNvSpPr>
          <p:nvPr>
            <p:ph type="sldNum" sz="quarter" idx="12"/>
          </p:nvPr>
        </p:nvSpPr>
        <p:spPr/>
        <p:txBody>
          <a:bodyPr/>
          <a:lstStyle/>
          <a:p>
            <a:fld id="{220551C3-A462-45EE-8D4B-53AADAADD6D4}" type="slidenum">
              <a:rPr lang="de-DE" smtClean="0"/>
              <a:t>‹Nr.›</a:t>
            </a:fld>
            <a:endParaRPr lang="de-DE"/>
          </a:p>
        </p:txBody>
      </p:sp>
      <p:pic>
        <p:nvPicPr>
          <p:cNvPr id="11" name="Grafik 10"/>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14" name="Textplatzhalter 13"/>
          <p:cNvSpPr>
            <a:spLocks noGrp="1"/>
          </p:cNvSpPr>
          <p:nvPr>
            <p:ph type="body" sz="quarter" idx="13" hasCustomPrompt="1"/>
          </p:nvPr>
        </p:nvSpPr>
        <p:spPr>
          <a:xfrm>
            <a:off x="1055688" y="1979613"/>
            <a:ext cx="2158852" cy="1450975"/>
          </a:xfrm>
          <a:solidFill>
            <a:srgbClr val="FFFFFF"/>
          </a:solidFill>
          <a:ln w="50800" cap="rnd">
            <a:solidFill>
              <a:schemeClr val="tx1"/>
            </a:solidFill>
          </a:ln>
        </p:spPr>
        <p:txBody>
          <a:bodyPr anchor="ctr" anchorCtr="0">
            <a:normAutofit/>
          </a:bodyPr>
          <a:lstStyle>
            <a:lvl1pPr marL="0" indent="0" algn="ctr">
              <a:buNone/>
              <a:defRPr sz="1600" baseline="0"/>
            </a:lvl1pPr>
          </a:lstStyle>
          <a:p>
            <a:pPr lvl="0"/>
            <a:r>
              <a:rPr lang="de-DE" dirty="0" smtClean="0"/>
              <a:t>Hier könnte das erste kompetenzorientierte Lernziel stehen.</a:t>
            </a:r>
            <a:endParaRPr lang="de-DE" dirty="0"/>
          </a:p>
        </p:txBody>
      </p:sp>
      <p:sp>
        <p:nvSpPr>
          <p:cNvPr id="18" name="Titel 17"/>
          <p:cNvSpPr>
            <a:spLocks noGrp="1"/>
          </p:cNvSpPr>
          <p:nvPr>
            <p:ph type="title" hasCustomPrompt="1"/>
          </p:nvPr>
        </p:nvSpPr>
        <p:spPr>
          <a:xfrm>
            <a:off x="347893" y="558360"/>
            <a:ext cx="3601153" cy="1132328"/>
          </a:xfrm>
        </p:spPr>
        <p:txBody>
          <a:bodyPr anchor="t" anchorCtr="0"/>
          <a:lstStyle>
            <a:lvl1pPr>
              <a:defRPr/>
            </a:lvl1pPr>
          </a:lstStyle>
          <a:p>
            <a:r>
              <a:rPr lang="de-DE" dirty="0" smtClean="0"/>
              <a:t>Lernziele</a:t>
            </a:r>
            <a:endParaRPr lang="de-DE" dirty="0"/>
          </a:p>
        </p:txBody>
      </p:sp>
      <p:sp>
        <p:nvSpPr>
          <p:cNvPr id="19" name="Textplatzhalter 13"/>
          <p:cNvSpPr>
            <a:spLocks noGrp="1"/>
          </p:cNvSpPr>
          <p:nvPr>
            <p:ph type="body" sz="quarter" idx="18" hasCustomPrompt="1"/>
          </p:nvPr>
        </p:nvSpPr>
        <p:spPr>
          <a:xfrm>
            <a:off x="3949046" y="3430588"/>
            <a:ext cx="2158852" cy="1450975"/>
          </a:xfrm>
          <a:solidFill>
            <a:srgbClr val="FFFFFF"/>
          </a:solidFill>
          <a:ln w="50800" cap="rnd">
            <a:solidFill>
              <a:schemeClr val="tx1"/>
            </a:solidFill>
          </a:ln>
        </p:spPr>
        <p:txBody>
          <a:bodyPr anchor="ctr" anchorCtr="0">
            <a:normAutofit/>
          </a:bodyPr>
          <a:lstStyle>
            <a:lvl1pPr marL="0" indent="0" algn="ctr">
              <a:buNone/>
              <a:defRPr sz="1600" baseline="0"/>
            </a:lvl1pPr>
          </a:lstStyle>
          <a:p>
            <a:pPr lvl="0"/>
            <a:r>
              <a:rPr lang="de-DE" dirty="0" smtClean="0"/>
              <a:t>Hier könnte das erste kompetenzorientierte Lernziel stehen.</a:t>
            </a:r>
            <a:endParaRPr lang="de-DE" dirty="0"/>
          </a:p>
        </p:txBody>
      </p:sp>
      <p:sp>
        <p:nvSpPr>
          <p:cNvPr id="20" name="Textplatzhalter 13"/>
          <p:cNvSpPr>
            <a:spLocks noGrp="1"/>
          </p:cNvSpPr>
          <p:nvPr>
            <p:ph type="body" sz="quarter" idx="19" hasCustomPrompt="1"/>
          </p:nvPr>
        </p:nvSpPr>
        <p:spPr>
          <a:xfrm>
            <a:off x="6842404" y="1979612"/>
            <a:ext cx="2158852" cy="1450975"/>
          </a:xfrm>
          <a:solidFill>
            <a:srgbClr val="FFFFFF"/>
          </a:solidFill>
          <a:ln w="50800" cap="rnd">
            <a:solidFill>
              <a:schemeClr val="tx1"/>
            </a:solidFill>
          </a:ln>
        </p:spPr>
        <p:txBody>
          <a:bodyPr anchor="ctr" anchorCtr="0">
            <a:normAutofit/>
          </a:bodyPr>
          <a:lstStyle>
            <a:lvl1pPr marL="0" indent="0" algn="ctr">
              <a:buNone/>
              <a:defRPr sz="1600" baseline="0"/>
            </a:lvl1pPr>
          </a:lstStyle>
          <a:p>
            <a:pPr lvl="0"/>
            <a:r>
              <a:rPr lang="de-DE" dirty="0" smtClean="0"/>
              <a:t>Hier könnte das erste kompetenzorientierte Lernziel stehen.</a:t>
            </a:r>
            <a:endParaRPr lang="de-DE" dirty="0"/>
          </a:p>
        </p:txBody>
      </p:sp>
      <p:sp>
        <p:nvSpPr>
          <p:cNvPr id="21" name="Textplatzhalter 13"/>
          <p:cNvSpPr>
            <a:spLocks noGrp="1"/>
          </p:cNvSpPr>
          <p:nvPr>
            <p:ph type="body" sz="quarter" idx="20" hasCustomPrompt="1"/>
          </p:nvPr>
        </p:nvSpPr>
        <p:spPr>
          <a:xfrm>
            <a:off x="8249124" y="4135877"/>
            <a:ext cx="2158852" cy="1450975"/>
          </a:xfrm>
          <a:solidFill>
            <a:srgbClr val="FFFFFF"/>
          </a:solidFill>
          <a:ln w="50800" cap="rnd">
            <a:solidFill>
              <a:schemeClr val="tx1"/>
            </a:solidFill>
          </a:ln>
        </p:spPr>
        <p:txBody>
          <a:bodyPr anchor="ctr" anchorCtr="0">
            <a:normAutofit/>
          </a:bodyPr>
          <a:lstStyle>
            <a:lvl1pPr marL="0" indent="0" algn="ctr">
              <a:buNone/>
              <a:defRPr sz="1600" baseline="0"/>
            </a:lvl1pPr>
          </a:lstStyle>
          <a:p>
            <a:pPr lvl="0"/>
            <a:r>
              <a:rPr lang="de-DE" dirty="0" smtClean="0"/>
              <a:t>Hier könnte das erste kompetenzorientierte Lernziel stehen.</a:t>
            </a:r>
            <a:endParaRPr lang="de-DE" dirty="0"/>
          </a:p>
        </p:txBody>
      </p:sp>
    </p:spTree>
    <p:extLst>
      <p:ext uri="{BB962C8B-B14F-4D97-AF65-F5344CB8AC3E}">
        <p14:creationId xmlns:p14="http://schemas.microsoft.com/office/powerpoint/2010/main" val="1589007132"/>
      </p:ext>
    </p:extLst>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hemenabschnitt">
    <p:spTree>
      <p:nvGrpSpPr>
        <p:cNvPr id="1" name=""/>
        <p:cNvGrpSpPr/>
        <p:nvPr/>
      </p:nvGrpSpPr>
      <p:grpSpPr>
        <a:xfrm>
          <a:off x="0" y="0"/>
          <a:ext cx="0" cy="0"/>
          <a:chOff x="0" y="0"/>
          <a:chExt cx="0" cy="0"/>
        </a:xfrm>
      </p:grpSpPr>
      <p:grpSp>
        <p:nvGrpSpPr>
          <p:cNvPr id="18" name="Gruppieren 17"/>
          <p:cNvGrpSpPr/>
          <p:nvPr userDrawn="1"/>
        </p:nvGrpSpPr>
        <p:grpSpPr>
          <a:xfrm>
            <a:off x="-13606" y="532132"/>
            <a:ext cx="12205606" cy="6351728"/>
            <a:chOff x="-13606" y="532132"/>
            <a:chExt cx="12205606" cy="6351728"/>
          </a:xfrm>
        </p:grpSpPr>
        <p:sp>
          <p:nvSpPr>
            <p:cNvPr id="10" name="Freihandform 9"/>
            <p:cNvSpPr/>
            <p:nvPr userDrawn="1"/>
          </p:nvSpPr>
          <p:spPr>
            <a:xfrm>
              <a:off x="-13606" y="580257"/>
              <a:ext cx="12205606" cy="6303603"/>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 name="connsiteX0" fmla="*/ 9427 w 12201427"/>
                <a:gd name="connsiteY0" fmla="*/ 0 h 6347333"/>
                <a:gd name="connsiteX1" fmla="*/ 3463696 w 12201427"/>
                <a:gd name="connsiteY1" fmla="*/ 0 h 6347333"/>
                <a:gd name="connsiteX2" fmla="*/ 3834517 w 12201427"/>
                <a:gd name="connsiteY2" fmla="*/ 351771 h 6347333"/>
                <a:gd name="connsiteX3" fmla="*/ 4205337 w 12201427"/>
                <a:gd name="connsiteY3" fmla="*/ 0 h 6347333"/>
                <a:gd name="connsiteX4" fmla="*/ 12201427 w 12201427"/>
                <a:gd name="connsiteY4" fmla="*/ 0 h 6347333"/>
                <a:gd name="connsiteX5" fmla="*/ 12201427 w 12201427"/>
                <a:gd name="connsiteY5" fmla="*/ 757238 h 6347333"/>
                <a:gd name="connsiteX6" fmla="*/ 0 w 12201427"/>
                <a:gd name="connsiteY6" fmla="*/ 6347333 h 6347333"/>
                <a:gd name="connsiteX7" fmla="*/ 9427 w 12201427"/>
                <a:gd name="connsiteY7" fmla="*/ 0 h 6347333"/>
                <a:gd name="connsiteX0" fmla="*/ 9427 w 12201427"/>
                <a:gd name="connsiteY0" fmla="*/ 0 h 6347333"/>
                <a:gd name="connsiteX1" fmla="*/ 3463696 w 12201427"/>
                <a:gd name="connsiteY1" fmla="*/ 0 h 6347333"/>
                <a:gd name="connsiteX2" fmla="*/ 3834517 w 12201427"/>
                <a:gd name="connsiteY2" fmla="*/ 351771 h 6347333"/>
                <a:gd name="connsiteX3" fmla="*/ 4205337 w 12201427"/>
                <a:gd name="connsiteY3" fmla="*/ 0 h 6347333"/>
                <a:gd name="connsiteX4" fmla="*/ 12201427 w 12201427"/>
                <a:gd name="connsiteY4" fmla="*/ 0 h 6347333"/>
                <a:gd name="connsiteX5" fmla="*/ 12201427 w 12201427"/>
                <a:gd name="connsiteY5" fmla="*/ 6319052 h 6347333"/>
                <a:gd name="connsiteX6" fmla="*/ 0 w 12201427"/>
                <a:gd name="connsiteY6" fmla="*/ 6347333 h 6347333"/>
                <a:gd name="connsiteX7" fmla="*/ 9427 w 12201427"/>
                <a:gd name="connsiteY7" fmla="*/ 0 h 6347333"/>
                <a:gd name="connsiteX0" fmla="*/ 908 w 12192908"/>
                <a:gd name="connsiteY0" fmla="*/ 0 h 6319052"/>
                <a:gd name="connsiteX1" fmla="*/ 3455177 w 12192908"/>
                <a:gd name="connsiteY1" fmla="*/ 0 h 6319052"/>
                <a:gd name="connsiteX2" fmla="*/ 3825998 w 12192908"/>
                <a:gd name="connsiteY2" fmla="*/ 351771 h 6319052"/>
                <a:gd name="connsiteX3" fmla="*/ 4196818 w 12192908"/>
                <a:gd name="connsiteY3" fmla="*/ 0 h 6319052"/>
                <a:gd name="connsiteX4" fmla="*/ 12192908 w 12192908"/>
                <a:gd name="connsiteY4" fmla="*/ 0 h 6319052"/>
                <a:gd name="connsiteX5" fmla="*/ 12192908 w 12192908"/>
                <a:gd name="connsiteY5" fmla="*/ 6319052 h 6319052"/>
                <a:gd name="connsiteX6" fmla="*/ 908 w 12192908"/>
                <a:gd name="connsiteY6" fmla="*/ 5640322 h 6319052"/>
                <a:gd name="connsiteX7" fmla="*/ 908 w 12192908"/>
                <a:gd name="connsiteY7" fmla="*/ 0 h 6319052"/>
                <a:gd name="connsiteX0" fmla="*/ 9427 w 12201427"/>
                <a:gd name="connsiteY0" fmla="*/ 0 h 6319052"/>
                <a:gd name="connsiteX1" fmla="*/ 3463696 w 12201427"/>
                <a:gd name="connsiteY1" fmla="*/ 0 h 6319052"/>
                <a:gd name="connsiteX2" fmla="*/ 3834517 w 12201427"/>
                <a:gd name="connsiteY2" fmla="*/ 351771 h 6319052"/>
                <a:gd name="connsiteX3" fmla="*/ 4205337 w 12201427"/>
                <a:gd name="connsiteY3" fmla="*/ 0 h 6319052"/>
                <a:gd name="connsiteX4" fmla="*/ 12201427 w 12201427"/>
                <a:gd name="connsiteY4" fmla="*/ 0 h 6319052"/>
                <a:gd name="connsiteX5" fmla="*/ 12201427 w 12201427"/>
                <a:gd name="connsiteY5" fmla="*/ 6319052 h 6319052"/>
                <a:gd name="connsiteX6" fmla="*/ 0 w 12201427"/>
                <a:gd name="connsiteY6" fmla="*/ 5414079 h 6319052"/>
                <a:gd name="connsiteX7" fmla="*/ 9427 w 12201427"/>
                <a:gd name="connsiteY7" fmla="*/ 0 h 6319052"/>
                <a:gd name="connsiteX0" fmla="*/ 9427 w 12201427"/>
                <a:gd name="connsiteY0" fmla="*/ 0 h 5630896"/>
                <a:gd name="connsiteX1" fmla="*/ 3463696 w 12201427"/>
                <a:gd name="connsiteY1" fmla="*/ 0 h 5630896"/>
                <a:gd name="connsiteX2" fmla="*/ 3834517 w 12201427"/>
                <a:gd name="connsiteY2" fmla="*/ 351771 h 5630896"/>
                <a:gd name="connsiteX3" fmla="*/ 4205337 w 12201427"/>
                <a:gd name="connsiteY3" fmla="*/ 0 h 5630896"/>
                <a:gd name="connsiteX4" fmla="*/ 12201427 w 12201427"/>
                <a:gd name="connsiteY4" fmla="*/ 0 h 5630896"/>
                <a:gd name="connsiteX5" fmla="*/ 12144866 w 12201427"/>
                <a:gd name="connsiteY5" fmla="*/ 5630896 h 5630896"/>
                <a:gd name="connsiteX6" fmla="*/ 0 w 12201427"/>
                <a:gd name="connsiteY6" fmla="*/ 5414079 h 5630896"/>
                <a:gd name="connsiteX7" fmla="*/ 9427 w 12201427"/>
                <a:gd name="connsiteY7" fmla="*/ 0 h 5630896"/>
                <a:gd name="connsiteX0" fmla="*/ 9427 w 12201427"/>
                <a:gd name="connsiteY0" fmla="*/ 0 h 5659176"/>
                <a:gd name="connsiteX1" fmla="*/ 3463696 w 12201427"/>
                <a:gd name="connsiteY1" fmla="*/ 0 h 5659176"/>
                <a:gd name="connsiteX2" fmla="*/ 3834517 w 12201427"/>
                <a:gd name="connsiteY2" fmla="*/ 351771 h 5659176"/>
                <a:gd name="connsiteX3" fmla="*/ 4205337 w 12201427"/>
                <a:gd name="connsiteY3" fmla="*/ 0 h 5659176"/>
                <a:gd name="connsiteX4" fmla="*/ 12201427 w 12201427"/>
                <a:gd name="connsiteY4" fmla="*/ 0 h 5659176"/>
                <a:gd name="connsiteX5" fmla="*/ 12192000 w 12201427"/>
                <a:gd name="connsiteY5" fmla="*/ 5659176 h 5659176"/>
                <a:gd name="connsiteX6" fmla="*/ 0 w 12201427"/>
                <a:gd name="connsiteY6" fmla="*/ 5414079 h 5659176"/>
                <a:gd name="connsiteX7" fmla="*/ 9427 w 12201427"/>
                <a:gd name="connsiteY7" fmla="*/ 0 h 5659176"/>
                <a:gd name="connsiteX0" fmla="*/ 908 w 12192908"/>
                <a:gd name="connsiteY0" fmla="*/ 0 h 5659176"/>
                <a:gd name="connsiteX1" fmla="*/ 3455177 w 12192908"/>
                <a:gd name="connsiteY1" fmla="*/ 0 h 5659176"/>
                <a:gd name="connsiteX2" fmla="*/ 3825998 w 12192908"/>
                <a:gd name="connsiteY2" fmla="*/ 351771 h 5659176"/>
                <a:gd name="connsiteX3" fmla="*/ 4196818 w 12192908"/>
                <a:gd name="connsiteY3" fmla="*/ 0 h 5659176"/>
                <a:gd name="connsiteX4" fmla="*/ 12192908 w 12192908"/>
                <a:gd name="connsiteY4" fmla="*/ 0 h 5659176"/>
                <a:gd name="connsiteX5" fmla="*/ 12183481 w 12192908"/>
                <a:gd name="connsiteY5" fmla="*/ 5659176 h 5659176"/>
                <a:gd name="connsiteX6" fmla="*/ 908 w 12192908"/>
                <a:gd name="connsiteY6" fmla="*/ 5630895 h 5659176"/>
                <a:gd name="connsiteX7" fmla="*/ 908 w 12192908"/>
                <a:gd name="connsiteY7" fmla="*/ 0 h 5659176"/>
                <a:gd name="connsiteX0" fmla="*/ 908 w 12193814"/>
                <a:gd name="connsiteY0" fmla="*/ 0 h 5668603"/>
                <a:gd name="connsiteX1" fmla="*/ 3455177 w 12193814"/>
                <a:gd name="connsiteY1" fmla="*/ 0 h 5668603"/>
                <a:gd name="connsiteX2" fmla="*/ 3825998 w 12193814"/>
                <a:gd name="connsiteY2" fmla="*/ 351771 h 5668603"/>
                <a:gd name="connsiteX3" fmla="*/ 4196818 w 12193814"/>
                <a:gd name="connsiteY3" fmla="*/ 0 h 5668603"/>
                <a:gd name="connsiteX4" fmla="*/ 12192908 w 12193814"/>
                <a:gd name="connsiteY4" fmla="*/ 0 h 5668603"/>
                <a:gd name="connsiteX5" fmla="*/ 12192907 w 12193814"/>
                <a:gd name="connsiteY5" fmla="*/ 5668603 h 5668603"/>
                <a:gd name="connsiteX6" fmla="*/ 908 w 12193814"/>
                <a:gd name="connsiteY6" fmla="*/ 5630895 h 5668603"/>
                <a:gd name="connsiteX7" fmla="*/ 908 w 12193814"/>
                <a:gd name="connsiteY7" fmla="*/ 0 h 5668603"/>
                <a:gd name="connsiteX0" fmla="*/ 12700 w 12205606"/>
                <a:gd name="connsiteY0" fmla="*/ 0 h 6278779"/>
                <a:gd name="connsiteX1" fmla="*/ 3466969 w 12205606"/>
                <a:gd name="connsiteY1" fmla="*/ 0 h 6278779"/>
                <a:gd name="connsiteX2" fmla="*/ 3837790 w 12205606"/>
                <a:gd name="connsiteY2" fmla="*/ 351771 h 6278779"/>
                <a:gd name="connsiteX3" fmla="*/ 4208610 w 12205606"/>
                <a:gd name="connsiteY3" fmla="*/ 0 h 6278779"/>
                <a:gd name="connsiteX4" fmla="*/ 12204700 w 12205606"/>
                <a:gd name="connsiteY4" fmla="*/ 0 h 6278779"/>
                <a:gd name="connsiteX5" fmla="*/ 12204699 w 12205606"/>
                <a:gd name="connsiteY5" fmla="*/ 5668603 h 6278779"/>
                <a:gd name="connsiteX6" fmla="*/ 0 w 12205606"/>
                <a:gd name="connsiteY6" fmla="*/ 6278595 h 6278779"/>
                <a:gd name="connsiteX7" fmla="*/ 12700 w 12205606"/>
                <a:gd name="connsiteY7" fmla="*/ 0 h 6278779"/>
                <a:gd name="connsiteX0" fmla="*/ 12700 w 12205606"/>
                <a:gd name="connsiteY0" fmla="*/ 0 h 6303603"/>
                <a:gd name="connsiteX1" fmla="*/ 3466969 w 12205606"/>
                <a:gd name="connsiteY1" fmla="*/ 0 h 6303603"/>
                <a:gd name="connsiteX2" fmla="*/ 3837790 w 12205606"/>
                <a:gd name="connsiteY2" fmla="*/ 351771 h 6303603"/>
                <a:gd name="connsiteX3" fmla="*/ 4208610 w 12205606"/>
                <a:gd name="connsiteY3" fmla="*/ 0 h 6303603"/>
                <a:gd name="connsiteX4" fmla="*/ 12204700 w 12205606"/>
                <a:gd name="connsiteY4" fmla="*/ 0 h 6303603"/>
                <a:gd name="connsiteX5" fmla="*/ 12204699 w 12205606"/>
                <a:gd name="connsiteY5" fmla="*/ 6303603 h 6303603"/>
                <a:gd name="connsiteX6" fmla="*/ 0 w 12205606"/>
                <a:gd name="connsiteY6" fmla="*/ 6278595 h 6303603"/>
                <a:gd name="connsiteX7" fmla="*/ 12700 w 12205606"/>
                <a:gd name="connsiteY7" fmla="*/ 0 h 6303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205606" h="6303603">
                  <a:moveTo>
                    <a:pt x="12700" y="0"/>
                  </a:moveTo>
                  <a:lnTo>
                    <a:pt x="3466969" y="0"/>
                  </a:lnTo>
                  <a:lnTo>
                    <a:pt x="3837790" y="351771"/>
                  </a:lnTo>
                  <a:lnTo>
                    <a:pt x="4208610" y="0"/>
                  </a:lnTo>
                  <a:lnTo>
                    <a:pt x="12204700" y="0"/>
                  </a:lnTo>
                  <a:cubicBezTo>
                    <a:pt x="12201558" y="1886392"/>
                    <a:pt x="12207841" y="4417211"/>
                    <a:pt x="12204699" y="6303603"/>
                  </a:cubicBezTo>
                  <a:lnTo>
                    <a:pt x="0" y="6278595"/>
                  </a:lnTo>
                  <a:cubicBezTo>
                    <a:pt x="3142" y="4162817"/>
                    <a:pt x="9558" y="2115778"/>
                    <a:pt x="12700" y="0"/>
                  </a:cubicBez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11" name="Grafik 10"/>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532132"/>
              <a:ext cx="12192000" cy="409956"/>
            </a:xfrm>
            <a:prstGeom prst="rect">
              <a:avLst/>
            </a:prstGeom>
          </p:spPr>
        </p:pic>
      </p:grpSp>
      <p:sp>
        <p:nvSpPr>
          <p:cNvPr id="7" name="Datumsplatzhalter 6"/>
          <p:cNvSpPr>
            <a:spLocks noGrp="1"/>
          </p:cNvSpPr>
          <p:nvPr>
            <p:ph type="dt" sz="half" idx="10"/>
          </p:nvPr>
        </p:nvSpPr>
        <p:spPr/>
        <p:txBody>
          <a:bodyPr/>
          <a:lstStyle/>
          <a:p>
            <a:fld id="{DD314261-164A-4255-B9B6-AF93A144F92A}" type="datetime1">
              <a:rPr lang="de-DE" smtClean="0"/>
              <a:t>26.06.2023</a:t>
            </a:fld>
            <a:endParaRPr lang="de-DE"/>
          </a:p>
        </p:txBody>
      </p:sp>
      <p:sp>
        <p:nvSpPr>
          <p:cNvPr id="8" name="Fußzeilenplatzhalter 7"/>
          <p:cNvSpPr>
            <a:spLocks noGrp="1"/>
          </p:cNvSpPr>
          <p:nvPr>
            <p:ph type="ftr" sz="quarter" idx="11"/>
          </p:nvPr>
        </p:nvSpPr>
        <p:spPr/>
        <p:txBody>
          <a:bodyPr/>
          <a:lstStyle/>
          <a:p>
            <a:r>
              <a:rPr lang="de-DE" smtClean="0"/>
              <a:t>Präsentationsthema</a:t>
            </a:r>
            <a:endParaRPr lang="de-DE"/>
          </a:p>
        </p:txBody>
      </p:sp>
      <p:sp>
        <p:nvSpPr>
          <p:cNvPr id="9" name="Foliennummernplatzhalter 8"/>
          <p:cNvSpPr>
            <a:spLocks noGrp="1"/>
          </p:cNvSpPr>
          <p:nvPr>
            <p:ph type="sldNum" sz="quarter" idx="12"/>
          </p:nvPr>
        </p:nvSpPr>
        <p:spPr/>
        <p:txBody>
          <a:bodyPr/>
          <a:lstStyle/>
          <a:p>
            <a:fld id="{220551C3-A462-45EE-8D4B-53AADAADD6D4}" type="slidenum">
              <a:rPr lang="de-DE" smtClean="0"/>
              <a:t>‹Nr.›</a:t>
            </a:fld>
            <a:endParaRPr lang="de-DE"/>
          </a:p>
        </p:txBody>
      </p:sp>
      <p:pic>
        <p:nvPicPr>
          <p:cNvPr id="12" name="Grafik 11"/>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14" name="Textplatzhalter 13"/>
          <p:cNvSpPr>
            <a:spLocks noGrp="1"/>
          </p:cNvSpPr>
          <p:nvPr>
            <p:ph type="body" sz="quarter" idx="13" hasCustomPrompt="1"/>
          </p:nvPr>
        </p:nvSpPr>
        <p:spPr>
          <a:xfrm>
            <a:off x="5389392" y="2001809"/>
            <a:ext cx="5751512" cy="707704"/>
          </a:xfrm>
        </p:spPr>
        <p:txBody>
          <a:bodyPr/>
          <a:lstStyle>
            <a:lvl1pPr marL="0" indent="0">
              <a:buNone/>
              <a:defRPr sz="4800" b="1"/>
            </a:lvl1pPr>
          </a:lstStyle>
          <a:p>
            <a:pPr lvl="0"/>
            <a:r>
              <a:rPr lang="de-DE" dirty="0" smtClean="0"/>
              <a:t>Thementitel</a:t>
            </a:r>
            <a:endParaRPr lang="de-DE" dirty="0"/>
          </a:p>
        </p:txBody>
      </p:sp>
      <p:sp>
        <p:nvSpPr>
          <p:cNvPr id="15" name="Textplatzhalter 13"/>
          <p:cNvSpPr>
            <a:spLocks noGrp="1"/>
          </p:cNvSpPr>
          <p:nvPr>
            <p:ph type="body" sz="quarter" idx="14" hasCustomPrompt="1"/>
          </p:nvPr>
        </p:nvSpPr>
        <p:spPr>
          <a:xfrm>
            <a:off x="5389392" y="2709513"/>
            <a:ext cx="5751512" cy="711867"/>
          </a:xfrm>
        </p:spPr>
        <p:txBody>
          <a:bodyPr/>
          <a:lstStyle>
            <a:lvl1pPr marL="0" indent="0">
              <a:buNone/>
              <a:defRPr sz="2000" i="1"/>
            </a:lvl1pPr>
          </a:lstStyle>
          <a:p>
            <a:pPr lvl="0"/>
            <a:r>
              <a:rPr lang="de-DE" dirty="0" smtClean="0"/>
              <a:t>Themenbeschreibung</a:t>
            </a:r>
            <a:endParaRPr lang="de-DE" dirty="0"/>
          </a:p>
        </p:txBody>
      </p:sp>
      <p:sp>
        <p:nvSpPr>
          <p:cNvPr id="17" name="Textplatzhalter 16"/>
          <p:cNvSpPr>
            <a:spLocks noGrp="1"/>
          </p:cNvSpPr>
          <p:nvPr>
            <p:ph type="body" sz="quarter" idx="15" hasCustomPrompt="1"/>
          </p:nvPr>
        </p:nvSpPr>
        <p:spPr>
          <a:xfrm>
            <a:off x="3949046" y="2000250"/>
            <a:ext cx="1219200" cy="1123950"/>
          </a:xfrm>
        </p:spPr>
        <p:txBody>
          <a:bodyPr/>
          <a:lstStyle>
            <a:lvl1pPr marL="0" indent="0">
              <a:buNone/>
              <a:defRPr sz="7200" b="1"/>
            </a:lvl1pPr>
          </a:lstStyle>
          <a:p>
            <a:pPr lvl="0"/>
            <a:r>
              <a:rPr lang="de-DE" dirty="0" smtClean="0"/>
              <a:t>01</a:t>
            </a:r>
            <a:endParaRPr lang="de-DE" dirty="0"/>
          </a:p>
        </p:txBody>
      </p:sp>
    </p:spTree>
    <p:extLst>
      <p:ext uri="{BB962C8B-B14F-4D97-AF65-F5344CB8AC3E}">
        <p14:creationId xmlns:p14="http://schemas.microsoft.com/office/powerpoint/2010/main" val="898268727"/>
      </p:ext>
    </p:extLst>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hemenabschnitt_mit Bild">
    <p:spTree>
      <p:nvGrpSpPr>
        <p:cNvPr id="1" name=""/>
        <p:cNvGrpSpPr/>
        <p:nvPr/>
      </p:nvGrpSpPr>
      <p:grpSpPr>
        <a:xfrm>
          <a:off x="0" y="0"/>
          <a:ext cx="0" cy="0"/>
          <a:chOff x="0" y="0"/>
          <a:chExt cx="0" cy="0"/>
        </a:xfrm>
      </p:grpSpPr>
      <p:sp>
        <p:nvSpPr>
          <p:cNvPr id="6" name="Rechteck 5"/>
          <p:cNvSpPr/>
          <p:nvPr userDrawn="1"/>
        </p:nvSpPr>
        <p:spPr>
          <a:xfrm>
            <a:off x="8983980" y="0"/>
            <a:ext cx="3208020" cy="6311900"/>
          </a:xfrm>
          <a:prstGeom prst="rect">
            <a:avLst/>
          </a:prstGeom>
          <a:solidFill>
            <a:schemeClr val="bg2">
              <a:alpha val="6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4" name="Bildplatzhalter 3"/>
          <p:cNvSpPr>
            <a:spLocks noGrp="1"/>
          </p:cNvSpPr>
          <p:nvPr>
            <p:ph type="pic" sz="quarter" idx="16" hasCustomPrompt="1"/>
          </p:nvPr>
        </p:nvSpPr>
        <p:spPr>
          <a:xfrm>
            <a:off x="0" y="561951"/>
            <a:ext cx="11140904" cy="6069471"/>
          </a:xfrm>
        </p:spPr>
        <p:txBody>
          <a:bodyPr/>
          <a:lstStyle/>
          <a:p>
            <a:r>
              <a:rPr lang="de-DE" dirty="0" smtClean="0"/>
              <a:t>Bild durch klick auf das Symbol hinzufügen und in den Hintergrund verschieben.</a:t>
            </a:r>
          </a:p>
          <a:p>
            <a:endParaRPr lang="de-DE" dirty="0" smtClean="0"/>
          </a:p>
          <a:p>
            <a:endParaRPr lang="de-DE" dirty="0"/>
          </a:p>
        </p:txBody>
      </p:sp>
      <p:grpSp>
        <p:nvGrpSpPr>
          <p:cNvPr id="18" name="Gruppieren 17"/>
          <p:cNvGrpSpPr/>
          <p:nvPr userDrawn="1"/>
        </p:nvGrpSpPr>
        <p:grpSpPr>
          <a:xfrm>
            <a:off x="0" y="6083955"/>
            <a:ext cx="12192000" cy="792064"/>
            <a:chOff x="0" y="6083955"/>
            <a:chExt cx="12192000" cy="792064"/>
          </a:xfrm>
        </p:grpSpPr>
        <p:sp>
          <p:nvSpPr>
            <p:cNvPr id="19" name="Freihandform 18"/>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20" name="Grafik 1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sp>
        <p:nvSpPr>
          <p:cNvPr id="7" name="Datumsplatzhalter 6"/>
          <p:cNvSpPr>
            <a:spLocks noGrp="1"/>
          </p:cNvSpPr>
          <p:nvPr>
            <p:ph type="dt" sz="half" idx="10"/>
          </p:nvPr>
        </p:nvSpPr>
        <p:spPr/>
        <p:txBody>
          <a:bodyPr/>
          <a:lstStyle/>
          <a:p>
            <a:fld id="{C9BAFDB5-3D8D-466A-9849-BDB04F0B17F7}" type="datetime1">
              <a:rPr lang="de-DE" smtClean="0"/>
              <a:t>26.06.2023</a:t>
            </a:fld>
            <a:endParaRPr lang="de-DE"/>
          </a:p>
        </p:txBody>
      </p:sp>
      <p:sp>
        <p:nvSpPr>
          <p:cNvPr id="8" name="Fußzeilenplatzhalter 7"/>
          <p:cNvSpPr>
            <a:spLocks noGrp="1"/>
          </p:cNvSpPr>
          <p:nvPr>
            <p:ph type="ftr" sz="quarter" idx="11"/>
          </p:nvPr>
        </p:nvSpPr>
        <p:spPr/>
        <p:txBody>
          <a:bodyPr/>
          <a:lstStyle/>
          <a:p>
            <a:r>
              <a:rPr lang="de-DE" smtClean="0"/>
              <a:t>Präsentationsthema</a:t>
            </a:r>
            <a:endParaRPr lang="de-DE"/>
          </a:p>
        </p:txBody>
      </p:sp>
      <p:sp>
        <p:nvSpPr>
          <p:cNvPr id="9" name="Foliennummernplatzhalter 8"/>
          <p:cNvSpPr>
            <a:spLocks noGrp="1"/>
          </p:cNvSpPr>
          <p:nvPr>
            <p:ph type="sldNum" sz="quarter" idx="12"/>
          </p:nvPr>
        </p:nvSpPr>
        <p:spPr/>
        <p:txBody>
          <a:bodyPr/>
          <a:lstStyle/>
          <a:p>
            <a:fld id="{220551C3-A462-45EE-8D4B-53AADAADD6D4}" type="slidenum">
              <a:rPr lang="de-DE" smtClean="0"/>
              <a:t>‹Nr.›</a:t>
            </a:fld>
            <a:endParaRPr lang="de-DE"/>
          </a:p>
        </p:txBody>
      </p:sp>
      <p:pic>
        <p:nvPicPr>
          <p:cNvPr id="12" name="Grafik 11"/>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14" name="Textplatzhalter 13"/>
          <p:cNvSpPr>
            <a:spLocks noGrp="1"/>
          </p:cNvSpPr>
          <p:nvPr>
            <p:ph type="body" sz="quarter" idx="13" hasCustomPrompt="1"/>
          </p:nvPr>
        </p:nvSpPr>
        <p:spPr>
          <a:xfrm>
            <a:off x="5389392" y="2006889"/>
            <a:ext cx="5751512" cy="707704"/>
          </a:xfrm>
          <a:solidFill>
            <a:srgbClr val="FFFFFF"/>
          </a:solidFill>
          <a:ln w="63500">
            <a:noFill/>
          </a:ln>
        </p:spPr>
        <p:txBody>
          <a:bodyPr/>
          <a:lstStyle>
            <a:lvl1pPr marL="0" indent="0">
              <a:buNone/>
              <a:defRPr sz="4800"/>
            </a:lvl1pPr>
          </a:lstStyle>
          <a:p>
            <a:pPr lvl="0"/>
            <a:r>
              <a:rPr lang="de-DE" dirty="0" smtClean="0"/>
              <a:t>Thementitel</a:t>
            </a:r>
            <a:endParaRPr lang="de-DE" dirty="0"/>
          </a:p>
        </p:txBody>
      </p:sp>
      <p:sp>
        <p:nvSpPr>
          <p:cNvPr id="15" name="Textplatzhalter 13"/>
          <p:cNvSpPr>
            <a:spLocks noGrp="1"/>
          </p:cNvSpPr>
          <p:nvPr>
            <p:ph type="body" sz="quarter" idx="14" hasCustomPrompt="1"/>
          </p:nvPr>
        </p:nvSpPr>
        <p:spPr>
          <a:xfrm>
            <a:off x="5389392" y="2714593"/>
            <a:ext cx="5751512" cy="711867"/>
          </a:xfrm>
          <a:solidFill>
            <a:srgbClr val="FFFFFF"/>
          </a:solidFill>
        </p:spPr>
        <p:txBody>
          <a:bodyPr/>
          <a:lstStyle>
            <a:lvl1pPr marL="0" indent="0">
              <a:buNone/>
              <a:defRPr sz="2000" i="1"/>
            </a:lvl1pPr>
          </a:lstStyle>
          <a:p>
            <a:pPr lvl="0"/>
            <a:r>
              <a:rPr lang="de-DE" dirty="0" smtClean="0"/>
              <a:t>Themenbeschreibung</a:t>
            </a:r>
            <a:endParaRPr lang="de-DE" dirty="0"/>
          </a:p>
        </p:txBody>
      </p:sp>
      <p:sp>
        <p:nvSpPr>
          <p:cNvPr id="17" name="Textplatzhalter 16"/>
          <p:cNvSpPr>
            <a:spLocks noGrp="1"/>
          </p:cNvSpPr>
          <p:nvPr>
            <p:ph type="body" sz="quarter" idx="15" hasCustomPrompt="1"/>
          </p:nvPr>
        </p:nvSpPr>
        <p:spPr>
          <a:xfrm>
            <a:off x="3949046" y="1997710"/>
            <a:ext cx="1219200" cy="1123950"/>
          </a:xfrm>
          <a:solidFill>
            <a:srgbClr val="FFFFFF"/>
          </a:solidFill>
          <a:ln w="63500">
            <a:solidFill>
              <a:schemeClr val="tx1"/>
            </a:solidFill>
          </a:ln>
        </p:spPr>
        <p:txBody>
          <a:bodyPr/>
          <a:lstStyle>
            <a:lvl1pPr marL="0" indent="0">
              <a:buNone/>
              <a:defRPr sz="7200" b="1"/>
            </a:lvl1pPr>
          </a:lstStyle>
          <a:p>
            <a:pPr lvl="0"/>
            <a:r>
              <a:rPr lang="de-DE" dirty="0" smtClean="0"/>
              <a:t>01</a:t>
            </a:r>
            <a:endParaRPr lang="de-DE" dirty="0"/>
          </a:p>
        </p:txBody>
      </p:sp>
    </p:spTree>
    <p:extLst>
      <p:ext uri="{BB962C8B-B14F-4D97-AF65-F5344CB8AC3E}">
        <p14:creationId xmlns:p14="http://schemas.microsoft.com/office/powerpoint/2010/main" val="1428961501"/>
      </p:ext>
    </p:extLst>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ntentfolien">
    <p:spTree>
      <p:nvGrpSpPr>
        <p:cNvPr id="1" name=""/>
        <p:cNvGrpSpPr/>
        <p:nvPr/>
      </p:nvGrpSpPr>
      <p:grpSpPr>
        <a:xfrm>
          <a:off x="0" y="0"/>
          <a:ext cx="0" cy="0"/>
          <a:chOff x="0" y="0"/>
          <a:chExt cx="0" cy="0"/>
        </a:xfrm>
      </p:grpSpPr>
      <p:grpSp>
        <p:nvGrpSpPr>
          <p:cNvPr id="6" name="Gruppieren 5"/>
          <p:cNvGrpSpPr/>
          <p:nvPr userDrawn="1"/>
        </p:nvGrpSpPr>
        <p:grpSpPr>
          <a:xfrm>
            <a:off x="0" y="6083955"/>
            <a:ext cx="12192000" cy="792064"/>
            <a:chOff x="0" y="6083955"/>
            <a:chExt cx="12192000" cy="792064"/>
          </a:xfrm>
        </p:grpSpPr>
        <p:sp>
          <p:nvSpPr>
            <p:cNvPr id="7" name="Freihandform 6"/>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8" name="Grafik 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pic>
        <p:nvPicPr>
          <p:cNvPr id="9" name="Grafik 8"/>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2" name="Titel 1"/>
          <p:cNvSpPr>
            <a:spLocks noGrp="1"/>
          </p:cNvSpPr>
          <p:nvPr>
            <p:ph type="title" hasCustomPrompt="1"/>
          </p:nvPr>
        </p:nvSpPr>
        <p:spPr>
          <a:xfrm>
            <a:off x="362422" y="550865"/>
            <a:ext cx="7181378" cy="720725"/>
          </a:xfrm>
        </p:spPr>
        <p:txBody>
          <a:bodyPr anchor="t" anchorCtr="0"/>
          <a:lstStyle>
            <a:lvl1pPr>
              <a:defRPr b="1"/>
            </a:lvl1pPr>
          </a:lstStyle>
          <a:p>
            <a:r>
              <a:rPr lang="de-DE" dirty="0" smtClean="0"/>
              <a:t>Überschrift</a:t>
            </a:r>
            <a:endParaRPr lang="de-DE" dirty="0"/>
          </a:p>
        </p:txBody>
      </p:sp>
      <p:sp>
        <p:nvSpPr>
          <p:cNvPr id="3" name="Datumsplatzhalter 2"/>
          <p:cNvSpPr>
            <a:spLocks noGrp="1"/>
          </p:cNvSpPr>
          <p:nvPr>
            <p:ph type="dt" sz="half" idx="10"/>
          </p:nvPr>
        </p:nvSpPr>
        <p:spPr/>
        <p:txBody>
          <a:bodyPr/>
          <a:lstStyle/>
          <a:p>
            <a:fld id="{EE6B0DF4-9D6B-4CDB-97A0-C9570C62FA77}" type="datetime1">
              <a:rPr lang="de-DE" smtClean="0"/>
              <a:t>26.06.2023</a:t>
            </a:fld>
            <a:endParaRPr lang="de-DE"/>
          </a:p>
        </p:txBody>
      </p:sp>
      <p:sp>
        <p:nvSpPr>
          <p:cNvPr id="4" name="Fußzeilenplatzhalter 3"/>
          <p:cNvSpPr>
            <a:spLocks noGrp="1"/>
          </p:cNvSpPr>
          <p:nvPr>
            <p:ph type="ftr" sz="quarter" idx="11"/>
          </p:nvPr>
        </p:nvSpPr>
        <p:spPr/>
        <p:txBody>
          <a:bodyPr/>
          <a:lstStyle/>
          <a:p>
            <a:r>
              <a:rPr lang="de-DE" smtClean="0"/>
              <a:t>Präsentationsthema</a:t>
            </a:r>
            <a:endParaRPr lang="de-DE"/>
          </a:p>
        </p:txBody>
      </p:sp>
      <p:sp>
        <p:nvSpPr>
          <p:cNvPr id="5" name="Foliennummernplatzhalter 4"/>
          <p:cNvSpPr>
            <a:spLocks noGrp="1"/>
          </p:cNvSpPr>
          <p:nvPr>
            <p:ph type="sldNum" sz="quarter" idx="12"/>
          </p:nvPr>
        </p:nvSpPr>
        <p:spPr/>
        <p:txBody>
          <a:bodyPr/>
          <a:lstStyle/>
          <a:p>
            <a:fld id="{220551C3-A462-45EE-8D4B-53AADAADD6D4}" type="slidenum">
              <a:rPr lang="de-DE" smtClean="0"/>
              <a:t>‹Nr.›</a:t>
            </a:fld>
            <a:endParaRPr lang="de-DE"/>
          </a:p>
        </p:txBody>
      </p:sp>
      <p:sp>
        <p:nvSpPr>
          <p:cNvPr id="11" name="Textplatzhalter 10"/>
          <p:cNvSpPr>
            <a:spLocks noGrp="1"/>
          </p:cNvSpPr>
          <p:nvPr>
            <p:ph type="body" sz="quarter" idx="13" hasCustomPrompt="1"/>
          </p:nvPr>
        </p:nvSpPr>
        <p:spPr>
          <a:xfrm>
            <a:off x="361949" y="1271590"/>
            <a:ext cx="11495754" cy="714373"/>
          </a:xfrm>
        </p:spPr>
        <p:txBody>
          <a:bodyPr>
            <a:normAutofit/>
          </a:bodyPr>
          <a:lstStyle>
            <a:lvl1pPr marL="0" indent="0">
              <a:buNone/>
              <a:defRPr sz="1800" i="1" baseline="0"/>
            </a:lvl1pPr>
          </a:lstStyle>
          <a:p>
            <a:pPr lvl="0"/>
            <a:r>
              <a:rPr lang="de-DE" dirty="0" smtClean="0"/>
              <a:t>Hier kann optional eine Unterüberschrift oder eine Erklärung eingefügt werden</a:t>
            </a:r>
            <a:endParaRPr lang="de-DE" dirty="0"/>
          </a:p>
        </p:txBody>
      </p:sp>
      <p:sp>
        <p:nvSpPr>
          <p:cNvPr id="13" name="Textplatzhalter 12"/>
          <p:cNvSpPr>
            <a:spLocks noGrp="1"/>
          </p:cNvSpPr>
          <p:nvPr>
            <p:ph type="body" sz="quarter" idx="14"/>
          </p:nvPr>
        </p:nvSpPr>
        <p:spPr>
          <a:xfrm>
            <a:off x="361949" y="1985963"/>
            <a:ext cx="11495753" cy="3602037"/>
          </a:xfrm>
        </p:spPr>
        <p:txBody>
          <a:bodyPr>
            <a:normAutofit/>
          </a:bodyPr>
          <a:lstStyle>
            <a:lvl1pPr>
              <a:defRPr sz="2400"/>
            </a:lvl1pPr>
          </a:lstStyle>
          <a:p>
            <a:pPr lvl="0"/>
            <a:r>
              <a:rPr lang="de-DE" dirty="0" smtClean="0"/>
              <a:t>Formatvorlagen des Textmasters bearbeiten</a:t>
            </a:r>
          </a:p>
        </p:txBody>
      </p:sp>
    </p:spTree>
    <p:extLst>
      <p:ext uri="{BB962C8B-B14F-4D97-AF65-F5344CB8AC3E}">
        <p14:creationId xmlns:p14="http://schemas.microsoft.com/office/powerpoint/2010/main" val="311891210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ntentfolie_Zwei_Spalten">
    <p:spTree>
      <p:nvGrpSpPr>
        <p:cNvPr id="1" name=""/>
        <p:cNvGrpSpPr/>
        <p:nvPr/>
      </p:nvGrpSpPr>
      <p:grpSpPr>
        <a:xfrm>
          <a:off x="0" y="0"/>
          <a:ext cx="0" cy="0"/>
          <a:chOff x="0" y="0"/>
          <a:chExt cx="0" cy="0"/>
        </a:xfrm>
      </p:grpSpPr>
      <p:grpSp>
        <p:nvGrpSpPr>
          <p:cNvPr id="6" name="Gruppieren 5"/>
          <p:cNvGrpSpPr/>
          <p:nvPr userDrawn="1"/>
        </p:nvGrpSpPr>
        <p:grpSpPr>
          <a:xfrm>
            <a:off x="0" y="6083955"/>
            <a:ext cx="12192000" cy="792064"/>
            <a:chOff x="0" y="6083955"/>
            <a:chExt cx="12192000" cy="792064"/>
          </a:xfrm>
        </p:grpSpPr>
        <p:sp>
          <p:nvSpPr>
            <p:cNvPr id="7" name="Freihandform 6"/>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8" name="Grafik 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pic>
        <p:nvPicPr>
          <p:cNvPr id="9" name="Grafik 8"/>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2" name="Titel 1"/>
          <p:cNvSpPr>
            <a:spLocks noGrp="1"/>
          </p:cNvSpPr>
          <p:nvPr>
            <p:ph type="title" hasCustomPrompt="1"/>
          </p:nvPr>
        </p:nvSpPr>
        <p:spPr>
          <a:xfrm>
            <a:off x="362422" y="550865"/>
            <a:ext cx="7181378" cy="720725"/>
          </a:xfrm>
        </p:spPr>
        <p:txBody>
          <a:bodyPr anchor="t" anchorCtr="0"/>
          <a:lstStyle>
            <a:lvl1pPr>
              <a:defRPr b="1"/>
            </a:lvl1pPr>
          </a:lstStyle>
          <a:p>
            <a:r>
              <a:rPr lang="de-DE" dirty="0" smtClean="0"/>
              <a:t>Überschrift</a:t>
            </a:r>
            <a:endParaRPr lang="de-DE" dirty="0"/>
          </a:p>
        </p:txBody>
      </p:sp>
      <p:sp>
        <p:nvSpPr>
          <p:cNvPr id="3" name="Datumsplatzhalter 2"/>
          <p:cNvSpPr>
            <a:spLocks noGrp="1"/>
          </p:cNvSpPr>
          <p:nvPr>
            <p:ph type="dt" sz="half" idx="10"/>
          </p:nvPr>
        </p:nvSpPr>
        <p:spPr/>
        <p:txBody>
          <a:bodyPr/>
          <a:lstStyle/>
          <a:p>
            <a:fld id="{49B7AE18-FA3D-4C6C-87A7-F7D224EBB6B4}" type="datetime1">
              <a:rPr lang="de-DE" smtClean="0"/>
              <a:t>26.06.2023</a:t>
            </a:fld>
            <a:endParaRPr lang="de-DE"/>
          </a:p>
        </p:txBody>
      </p:sp>
      <p:sp>
        <p:nvSpPr>
          <p:cNvPr id="4" name="Fußzeilenplatzhalter 3"/>
          <p:cNvSpPr>
            <a:spLocks noGrp="1"/>
          </p:cNvSpPr>
          <p:nvPr>
            <p:ph type="ftr" sz="quarter" idx="11"/>
          </p:nvPr>
        </p:nvSpPr>
        <p:spPr/>
        <p:txBody>
          <a:bodyPr/>
          <a:lstStyle/>
          <a:p>
            <a:r>
              <a:rPr lang="de-DE" smtClean="0"/>
              <a:t>Präsentationsthema</a:t>
            </a:r>
            <a:endParaRPr lang="de-DE"/>
          </a:p>
        </p:txBody>
      </p:sp>
      <p:sp>
        <p:nvSpPr>
          <p:cNvPr id="5" name="Foliennummernplatzhalter 4"/>
          <p:cNvSpPr>
            <a:spLocks noGrp="1"/>
          </p:cNvSpPr>
          <p:nvPr>
            <p:ph type="sldNum" sz="quarter" idx="12"/>
          </p:nvPr>
        </p:nvSpPr>
        <p:spPr/>
        <p:txBody>
          <a:bodyPr/>
          <a:lstStyle/>
          <a:p>
            <a:fld id="{220551C3-A462-45EE-8D4B-53AADAADD6D4}" type="slidenum">
              <a:rPr lang="de-DE" smtClean="0"/>
              <a:t>‹Nr.›</a:t>
            </a:fld>
            <a:endParaRPr lang="de-DE"/>
          </a:p>
        </p:txBody>
      </p:sp>
      <p:sp>
        <p:nvSpPr>
          <p:cNvPr id="11" name="Textplatzhalter 10"/>
          <p:cNvSpPr>
            <a:spLocks noGrp="1"/>
          </p:cNvSpPr>
          <p:nvPr>
            <p:ph type="body" sz="quarter" idx="13" hasCustomPrompt="1"/>
          </p:nvPr>
        </p:nvSpPr>
        <p:spPr>
          <a:xfrm>
            <a:off x="361949" y="1271590"/>
            <a:ext cx="11495754" cy="714373"/>
          </a:xfrm>
        </p:spPr>
        <p:txBody>
          <a:bodyPr>
            <a:normAutofit/>
          </a:bodyPr>
          <a:lstStyle>
            <a:lvl1pPr marL="0" indent="0">
              <a:buNone/>
              <a:defRPr sz="1800" i="1" baseline="0"/>
            </a:lvl1pPr>
          </a:lstStyle>
          <a:p>
            <a:pPr lvl="0"/>
            <a:r>
              <a:rPr lang="de-DE" dirty="0" smtClean="0"/>
              <a:t>Hier kann optional eine Unterüberschrift oder eine Erklärung eingefügt werden</a:t>
            </a:r>
            <a:endParaRPr lang="de-DE" dirty="0"/>
          </a:p>
        </p:txBody>
      </p:sp>
      <p:sp>
        <p:nvSpPr>
          <p:cNvPr id="13" name="Textplatzhalter 12"/>
          <p:cNvSpPr>
            <a:spLocks noGrp="1"/>
          </p:cNvSpPr>
          <p:nvPr>
            <p:ph type="body" sz="quarter" idx="14"/>
          </p:nvPr>
        </p:nvSpPr>
        <p:spPr>
          <a:xfrm>
            <a:off x="361951" y="2706688"/>
            <a:ext cx="5001902" cy="2881312"/>
          </a:xfrm>
        </p:spPr>
        <p:txBody>
          <a:bodyPr>
            <a:normAutofit/>
          </a:bodyPr>
          <a:lstStyle>
            <a:lvl1pPr>
              <a:defRPr sz="2400"/>
            </a:lvl1pPr>
          </a:lstStyle>
          <a:p>
            <a:pPr lvl="0"/>
            <a:r>
              <a:rPr lang="de-DE" dirty="0" smtClean="0"/>
              <a:t>Formatvorlagen des Textmasters bearbeiten</a:t>
            </a:r>
          </a:p>
        </p:txBody>
      </p:sp>
      <p:sp>
        <p:nvSpPr>
          <p:cNvPr id="12" name="Textplatzhalter 12"/>
          <p:cNvSpPr>
            <a:spLocks noGrp="1"/>
          </p:cNvSpPr>
          <p:nvPr>
            <p:ph type="body" sz="quarter" idx="15"/>
          </p:nvPr>
        </p:nvSpPr>
        <p:spPr>
          <a:xfrm>
            <a:off x="6810375" y="2706688"/>
            <a:ext cx="5047328" cy="2916138"/>
          </a:xfrm>
        </p:spPr>
        <p:txBody>
          <a:bodyPr>
            <a:normAutofit/>
          </a:bodyPr>
          <a:lstStyle>
            <a:lvl1pPr>
              <a:defRPr sz="2400"/>
            </a:lvl1pPr>
            <a:lvl2pPr>
              <a:defRPr sz="2200"/>
            </a:lvl2pPr>
            <a:lvl3pPr>
              <a:defRPr sz="2200"/>
            </a:lvl3pPr>
            <a:lvl4pPr>
              <a:defRPr sz="2200"/>
            </a:lvl4pPr>
            <a:lvl5pPr>
              <a:defRPr sz="2200"/>
            </a:lvl5pPr>
          </a:lstStyle>
          <a:p>
            <a:pPr lvl="0"/>
            <a:r>
              <a:rPr lang="de-DE" dirty="0" smtClean="0"/>
              <a:t>Formatvorlagen des Textmasters bearbeiten</a:t>
            </a:r>
          </a:p>
        </p:txBody>
      </p:sp>
      <p:sp>
        <p:nvSpPr>
          <p:cNvPr id="14" name="Textplatzhalter 13"/>
          <p:cNvSpPr>
            <a:spLocks noGrp="1"/>
          </p:cNvSpPr>
          <p:nvPr>
            <p:ph type="body" sz="quarter" idx="16" hasCustomPrompt="1"/>
          </p:nvPr>
        </p:nvSpPr>
        <p:spPr>
          <a:xfrm>
            <a:off x="6810374" y="1981200"/>
            <a:ext cx="5046664" cy="725488"/>
          </a:xfrm>
        </p:spPr>
        <p:txBody>
          <a:bodyPr/>
          <a:lstStyle>
            <a:lvl1pPr marL="0" indent="0">
              <a:buNone/>
              <a:defRPr sz="2200" b="1" baseline="0"/>
            </a:lvl1pPr>
          </a:lstStyle>
          <a:p>
            <a:pPr lvl="0"/>
            <a:r>
              <a:rPr lang="de-DE" dirty="0" smtClean="0"/>
              <a:t>Optional kann hier eine zweite Überschrift eingefügt werden.</a:t>
            </a:r>
            <a:endParaRPr lang="de-DE" dirty="0"/>
          </a:p>
        </p:txBody>
      </p:sp>
      <p:sp>
        <p:nvSpPr>
          <p:cNvPr id="15" name="Textplatzhalter 13"/>
          <p:cNvSpPr>
            <a:spLocks noGrp="1"/>
          </p:cNvSpPr>
          <p:nvPr>
            <p:ph type="body" sz="quarter" idx="17" hasCustomPrompt="1"/>
          </p:nvPr>
        </p:nvSpPr>
        <p:spPr>
          <a:xfrm>
            <a:off x="336445" y="1992314"/>
            <a:ext cx="5027407" cy="714373"/>
          </a:xfrm>
        </p:spPr>
        <p:txBody>
          <a:bodyPr/>
          <a:lstStyle>
            <a:lvl1pPr marL="0" indent="0">
              <a:buNone/>
              <a:defRPr sz="2200" b="1" baseline="0"/>
            </a:lvl1pPr>
          </a:lstStyle>
          <a:p>
            <a:pPr lvl="0"/>
            <a:r>
              <a:rPr lang="de-DE" dirty="0" smtClean="0"/>
              <a:t>Optional kann hier eine zweite Überschrift eingefügt werden.</a:t>
            </a:r>
            <a:endParaRPr lang="de-DE" dirty="0"/>
          </a:p>
        </p:txBody>
      </p:sp>
    </p:spTree>
    <p:extLst>
      <p:ext uri="{BB962C8B-B14F-4D97-AF65-F5344CB8AC3E}">
        <p14:creationId xmlns:p14="http://schemas.microsoft.com/office/powerpoint/2010/main" val="345755050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ntentfolie_mit_Bild">
    <p:spTree>
      <p:nvGrpSpPr>
        <p:cNvPr id="1" name=""/>
        <p:cNvGrpSpPr/>
        <p:nvPr/>
      </p:nvGrpSpPr>
      <p:grpSpPr>
        <a:xfrm>
          <a:off x="0" y="0"/>
          <a:ext cx="0" cy="0"/>
          <a:chOff x="0" y="0"/>
          <a:chExt cx="0" cy="0"/>
        </a:xfrm>
      </p:grpSpPr>
      <p:grpSp>
        <p:nvGrpSpPr>
          <p:cNvPr id="6" name="Gruppieren 5"/>
          <p:cNvGrpSpPr/>
          <p:nvPr userDrawn="1"/>
        </p:nvGrpSpPr>
        <p:grpSpPr>
          <a:xfrm>
            <a:off x="0" y="6083955"/>
            <a:ext cx="12192000" cy="792064"/>
            <a:chOff x="0" y="6083955"/>
            <a:chExt cx="12192000" cy="792064"/>
          </a:xfrm>
        </p:grpSpPr>
        <p:sp>
          <p:nvSpPr>
            <p:cNvPr id="7" name="Freihandform 6"/>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8" name="Grafik 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pic>
        <p:nvPicPr>
          <p:cNvPr id="9" name="Grafik 8"/>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2" name="Titel 1"/>
          <p:cNvSpPr>
            <a:spLocks noGrp="1"/>
          </p:cNvSpPr>
          <p:nvPr>
            <p:ph type="title" hasCustomPrompt="1"/>
          </p:nvPr>
        </p:nvSpPr>
        <p:spPr>
          <a:xfrm>
            <a:off x="362422" y="550865"/>
            <a:ext cx="7181378" cy="720725"/>
          </a:xfrm>
        </p:spPr>
        <p:txBody>
          <a:bodyPr anchor="t" anchorCtr="0"/>
          <a:lstStyle>
            <a:lvl1pPr>
              <a:defRPr b="1"/>
            </a:lvl1pPr>
          </a:lstStyle>
          <a:p>
            <a:r>
              <a:rPr lang="de-DE" dirty="0" smtClean="0"/>
              <a:t>Überschrift</a:t>
            </a:r>
            <a:endParaRPr lang="de-DE" dirty="0"/>
          </a:p>
        </p:txBody>
      </p:sp>
      <p:sp>
        <p:nvSpPr>
          <p:cNvPr id="3" name="Datumsplatzhalter 2"/>
          <p:cNvSpPr>
            <a:spLocks noGrp="1"/>
          </p:cNvSpPr>
          <p:nvPr>
            <p:ph type="dt" sz="half" idx="10"/>
          </p:nvPr>
        </p:nvSpPr>
        <p:spPr/>
        <p:txBody>
          <a:bodyPr/>
          <a:lstStyle/>
          <a:p>
            <a:fld id="{703DF2EA-616A-4F49-A635-283653D9B8E0}" type="datetime1">
              <a:rPr lang="de-DE" smtClean="0"/>
              <a:t>26.06.2023</a:t>
            </a:fld>
            <a:endParaRPr lang="de-DE"/>
          </a:p>
        </p:txBody>
      </p:sp>
      <p:sp>
        <p:nvSpPr>
          <p:cNvPr id="4" name="Fußzeilenplatzhalter 3"/>
          <p:cNvSpPr>
            <a:spLocks noGrp="1"/>
          </p:cNvSpPr>
          <p:nvPr>
            <p:ph type="ftr" sz="quarter" idx="11"/>
          </p:nvPr>
        </p:nvSpPr>
        <p:spPr/>
        <p:txBody>
          <a:bodyPr/>
          <a:lstStyle/>
          <a:p>
            <a:r>
              <a:rPr lang="de-DE" smtClean="0"/>
              <a:t>Präsentationsthema</a:t>
            </a:r>
            <a:endParaRPr lang="de-DE"/>
          </a:p>
        </p:txBody>
      </p:sp>
      <p:sp>
        <p:nvSpPr>
          <p:cNvPr id="5" name="Foliennummernplatzhalter 4"/>
          <p:cNvSpPr>
            <a:spLocks noGrp="1"/>
          </p:cNvSpPr>
          <p:nvPr>
            <p:ph type="sldNum" sz="quarter" idx="12"/>
          </p:nvPr>
        </p:nvSpPr>
        <p:spPr/>
        <p:txBody>
          <a:bodyPr/>
          <a:lstStyle/>
          <a:p>
            <a:fld id="{220551C3-A462-45EE-8D4B-53AADAADD6D4}" type="slidenum">
              <a:rPr lang="de-DE" smtClean="0"/>
              <a:t>‹Nr.›</a:t>
            </a:fld>
            <a:endParaRPr lang="de-DE"/>
          </a:p>
        </p:txBody>
      </p:sp>
      <p:sp>
        <p:nvSpPr>
          <p:cNvPr id="11" name="Textplatzhalter 10"/>
          <p:cNvSpPr>
            <a:spLocks noGrp="1"/>
          </p:cNvSpPr>
          <p:nvPr>
            <p:ph type="body" sz="quarter" idx="13" hasCustomPrompt="1"/>
          </p:nvPr>
        </p:nvSpPr>
        <p:spPr>
          <a:xfrm>
            <a:off x="361949" y="1271590"/>
            <a:ext cx="7181851" cy="714373"/>
          </a:xfrm>
        </p:spPr>
        <p:txBody>
          <a:bodyPr>
            <a:normAutofit/>
          </a:bodyPr>
          <a:lstStyle>
            <a:lvl1pPr marL="0" indent="0">
              <a:buNone/>
              <a:defRPr sz="1800" i="1" baseline="0"/>
            </a:lvl1pPr>
          </a:lstStyle>
          <a:p>
            <a:pPr lvl="0"/>
            <a:r>
              <a:rPr lang="de-DE" dirty="0" smtClean="0"/>
              <a:t>Hier kann optional eine Unterüberschrift oder eine Erklärung eingefügt werden</a:t>
            </a:r>
            <a:endParaRPr lang="de-DE" dirty="0"/>
          </a:p>
        </p:txBody>
      </p:sp>
      <p:sp>
        <p:nvSpPr>
          <p:cNvPr id="13" name="Textplatzhalter 12"/>
          <p:cNvSpPr>
            <a:spLocks noGrp="1"/>
          </p:cNvSpPr>
          <p:nvPr>
            <p:ph type="body" sz="quarter" idx="14"/>
          </p:nvPr>
        </p:nvSpPr>
        <p:spPr>
          <a:xfrm>
            <a:off x="361949" y="1985963"/>
            <a:ext cx="7181851" cy="3602037"/>
          </a:xfrm>
        </p:spPr>
        <p:txBody>
          <a:bodyPr/>
          <a:lstStyle>
            <a:lvl1pPr>
              <a:defRPr sz="2400"/>
            </a:lvl1pPr>
          </a:lstStyle>
          <a:p>
            <a:pPr lvl="0"/>
            <a:r>
              <a:rPr lang="de-DE" dirty="0" smtClean="0"/>
              <a:t>Formatvorlagen des Textmasters bearbeiten</a:t>
            </a:r>
          </a:p>
        </p:txBody>
      </p:sp>
      <p:sp>
        <p:nvSpPr>
          <p:cNvPr id="12" name="Bildplatzhalter 11"/>
          <p:cNvSpPr>
            <a:spLocks noGrp="1"/>
          </p:cNvSpPr>
          <p:nvPr>
            <p:ph type="pic" sz="quarter" idx="15"/>
          </p:nvPr>
        </p:nvSpPr>
        <p:spPr>
          <a:xfrm>
            <a:off x="7552150" y="549275"/>
            <a:ext cx="4628738" cy="2606040"/>
          </a:xfrm>
        </p:spPr>
        <p:txBody>
          <a:bodyPr/>
          <a:lstStyle/>
          <a:p>
            <a:endParaRPr lang="de-DE"/>
          </a:p>
        </p:txBody>
      </p:sp>
      <p:sp>
        <p:nvSpPr>
          <p:cNvPr id="14" name="Bildplatzhalter 11"/>
          <p:cNvSpPr>
            <a:spLocks noGrp="1"/>
          </p:cNvSpPr>
          <p:nvPr>
            <p:ph type="pic" sz="quarter" idx="16"/>
          </p:nvPr>
        </p:nvSpPr>
        <p:spPr>
          <a:xfrm>
            <a:off x="7552150" y="3439042"/>
            <a:ext cx="4628738" cy="2606040"/>
          </a:xfrm>
        </p:spPr>
        <p:txBody>
          <a:bodyPr/>
          <a:lstStyle/>
          <a:p>
            <a:endParaRPr lang="de-DE"/>
          </a:p>
        </p:txBody>
      </p:sp>
    </p:spTree>
    <p:extLst>
      <p:ext uri="{BB962C8B-B14F-4D97-AF65-F5344CB8AC3E}">
        <p14:creationId xmlns:p14="http://schemas.microsoft.com/office/powerpoint/2010/main" val="13383061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ntent_mit_Bild_quer">
    <p:spTree>
      <p:nvGrpSpPr>
        <p:cNvPr id="1" name=""/>
        <p:cNvGrpSpPr/>
        <p:nvPr/>
      </p:nvGrpSpPr>
      <p:grpSpPr>
        <a:xfrm>
          <a:off x="0" y="0"/>
          <a:ext cx="0" cy="0"/>
          <a:chOff x="0" y="0"/>
          <a:chExt cx="0" cy="0"/>
        </a:xfrm>
      </p:grpSpPr>
      <p:sp>
        <p:nvSpPr>
          <p:cNvPr id="12" name="Bildplatzhalter 11"/>
          <p:cNvSpPr>
            <a:spLocks noGrp="1"/>
          </p:cNvSpPr>
          <p:nvPr>
            <p:ph type="pic" sz="quarter" idx="15" hasCustomPrompt="1"/>
          </p:nvPr>
        </p:nvSpPr>
        <p:spPr>
          <a:xfrm>
            <a:off x="0" y="1"/>
            <a:ext cx="12192000" cy="2709884"/>
          </a:xfr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lvl1pPr>
          </a:lstStyle>
          <a:p>
            <a:r>
              <a:rPr lang="de-DE" dirty="0" smtClean="0"/>
              <a:t>Bild durch klick auf das Symbol hinzufügen und in den Hintergrund verschieben.</a:t>
            </a:r>
          </a:p>
          <a:p>
            <a:endParaRPr lang="de-DE" dirty="0"/>
          </a:p>
        </p:txBody>
      </p:sp>
      <p:pic>
        <p:nvPicPr>
          <p:cNvPr id="9" name="Grafik 8"/>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2" name="Titel 1"/>
          <p:cNvSpPr>
            <a:spLocks noGrp="1"/>
          </p:cNvSpPr>
          <p:nvPr>
            <p:ph type="title" hasCustomPrompt="1"/>
          </p:nvPr>
        </p:nvSpPr>
        <p:spPr>
          <a:xfrm>
            <a:off x="362422" y="2729922"/>
            <a:ext cx="7181378" cy="720725"/>
          </a:xfrm>
        </p:spPr>
        <p:txBody>
          <a:bodyPr anchor="t" anchorCtr="0"/>
          <a:lstStyle>
            <a:lvl1pPr>
              <a:defRPr b="1"/>
            </a:lvl1pPr>
          </a:lstStyle>
          <a:p>
            <a:r>
              <a:rPr lang="de-DE" dirty="0" smtClean="0"/>
              <a:t>Überschrift</a:t>
            </a:r>
            <a:endParaRPr lang="de-DE" dirty="0"/>
          </a:p>
        </p:txBody>
      </p:sp>
      <p:sp>
        <p:nvSpPr>
          <p:cNvPr id="3" name="Datumsplatzhalter 2"/>
          <p:cNvSpPr>
            <a:spLocks noGrp="1"/>
          </p:cNvSpPr>
          <p:nvPr>
            <p:ph type="dt" sz="half" idx="10"/>
          </p:nvPr>
        </p:nvSpPr>
        <p:spPr/>
        <p:txBody>
          <a:bodyPr/>
          <a:lstStyle/>
          <a:p>
            <a:fld id="{7371A257-B4BD-49B9-8C71-F79D07B630C8}" type="datetime1">
              <a:rPr lang="de-DE" smtClean="0"/>
              <a:t>26.06.2023</a:t>
            </a:fld>
            <a:endParaRPr lang="de-DE"/>
          </a:p>
        </p:txBody>
      </p:sp>
      <p:sp>
        <p:nvSpPr>
          <p:cNvPr id="4" name="Fußzeilenplatzhalter 3"/>
          <p:cNvSpPr>
            <a:spLocks noGrp="1"/>
          </p:cNvSpPr>
          <p:nvPr>
            <p:ph type="ftr" sz="quarter" idx="11"/>
          </p:nvPr>
        </p:nvSpPr>
        <p:spPr/>
        <p:txBody>
          <a:bodyPr/>
          <a:lstStyle/>
          <a:p>
            <a:r>
              <a:rPr lang="de-DE" smtClean="0"/>
              <a:t>Präsentationsthema</a:t>
            </a:r>
            <a:endParaRPr lang="de-DE"/>
          </a:p>
        </p:txBody>
      </p:sp>
      <p:sp>
        <p:nvSpPr>
          <p:cNvPr id="5" name="Foliennummernplatzhalter 4"/>
          <p:cNvSpPr>
            <a:spLocks noGrp="1"/>
          </p:cNvSpPr>
          <p:nvPr>
            <p:ph type="sldNum" sz="quarter" idx="12"/>
          </p:nvPr>
        </p:nvSpPr>
        <p:spPr/>
        <p:txBody>
          <a:bodyPr/>
          <a:lstStyle/>
          <a:p>
            <a:fld id="{220551C3-A462-45EE-8D4B-53AADAADD6D4}" type="slidenum">
              <a:rPr lang="de-DE" smtClean="0"/>
              <a:t>‹Nr.›</a:t>
            </a:fld>
            <a:endParaRPr lang="de-DE"/>
          </a:p>
        </p:txBody>
      </p:sp>
      <p:sp>
        <p:nvSpPr>
          <p:cNvPr id="11" name="Textplatzhalter 10"/>
          <p:cNvSpPr>
            <a:spLocks noGrp="1"/>
          </p:cNvSpPr>
          <p:nvPr>
            <p:ph type="body" sz="quarter" idx="13" hasCustomPrompt="1"/>
          </p:nvPr>
        </p:nvSpPr>
        <p:spPr>
          <a:xfrm>
            <a:off x="361949" y="3440846"/>
            <a:ext cx="7181851" cy="712054"/>
          </a:xfrm>
        </p:spPr>
        <p:txBody>
          <a:bodyPr>
            <a:normAutofit/>
          </a:bodyPr>
          <a:lstStyle>
            <a:lvl1pPr marL="0" indent="0">
              <a:buNone/>
              <a:defRPr sz="1800" i="1" baseline="0"/>
            </a:lvl1pPr>
          </a:lstStyle>
          <a:p>
            <a:pPr lvl="0"/>
            <a:r>
              <a:rPr lang="de-DE" dirty="0" smtClean="0"/>
              <a:t>Hier kann optional eine Unterüberschrift oder eine Erklärung eingefügt werden</a:t>
            </a:r>
            <a:endParaRPr lang="de-DE" dirty="0"/>
          </a:p>
        </p:txBody>
      </p:sp>
      <p:sp>
        <p:nvSpPr>
          <p:cNvPr id="13" name="Textplatzhalter 12"/>
          <p:cNvSpPr>
            <a:spLocks noGrp="1"/>
          </p:cNvSpPr>
          <p:nvPr>
            <p:ph type="body" sz="quarter" idx="14"/>
          </p:nvPr>
        </p:nvSpPr>
        <p:spPr>
          <a:xfrm>
            <a:off x="361949" y="4152899"/>
            <a:ext cx="11495089" cy="2159021"/>
          </a:xfrm>
        </p:spPr>
        <p:txBody>
          <a:bodyPr numCol="2" spcCol="0">
            <a:normAutofit/>
          </a:bodyPr>
          <a:lstStyle>
            <a:lvl1pPr>
              <a:defRPr sz="2400"/>
            </a:lvl1pPr>
            <a:lvl2pPr>
              <a:defRPr/>
            </a:lvl2pPr>
            <a:lvl4pPr>
              <a:defRPr/>
            </a:lvl4pPr>
          </a:lstStyle>
          <a:p>
            <a:pPr lvl="0"/>
            <a:r>
              <a:rPr lang="de-DE" dirty="0" smtClean="0"/>
              <a:t>Formatvorlagen des Textmasters bearbeiten</a:t>
            </a:r>
          </a:p>
        </p:txBody>
      </p:sp>
    </p:spTree>
    <p:extLst>
      <p:ext uri="{BB962C8B-B14F-4D97-AF65-F5344CB8AC3E}">
        <p14:creationId xmlns:p14="http://schemas.microsoft.com/office/powerpoint/2010/main" val="416455965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Abbildungsseite_Vollbild">
    <p:spTree>
      <p:nvGrpSpPr>
        <p:cNvPr id="1" name=""/>
        <p:cNvGrpSpPr/>
        <p:nvPr/>
      </p:nvGrpSpPr>
      <p:grpSpPr>
        <a:xfrm>
          <a:off x="0" y="0"/>
          <a:ext cx="0" cy="0"/>
          <a:chOff x="0" y="0"/>
          <a:chExt cx="0" cy="0"/>
        </a:xfrm>
      </p:grpSpPr>
      <p:grpSp>
        <p:nvGrpSpPr>
          <p:cNvPr id="5" name="Gruppieren 4"/>
          <p:cNvGrpSpPr/>
          <p:nvPr userDrawn="1"/>
        </p:nvGrpSpPr>
        <p:grpSpPr>
          <a:xfrm>
            <a:off x="0" y="6083955"/>
            <a:ext cx="12192000" cy="792064"/>
            <a:chOff x="0" y="6083955"/>
            <a:chExt cx="12192000" cy="792064"/>
          </a:xfrm>
        </p:grpSpPr>
        <p:sp>
          <p:nvSpPr>
            <p:cNvPr id="6" name="Freihandform 5"/>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7" name="Grafik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sp>
        <p:nvSpPr>
          <p:cNvPr id="2" name="Datumsplatzhalter 1"/>
          <p:cNvSpPr>
            <a:spLocks noGrp="1"/>
          </p:cNvSpPr>
          <p:nvPr>
            <p:ph type="dt" sz="half" idx="10"/>
          </p:nvPr>
        </p:nvSpPr>
        <p:spPr/>
        <p:txBody>
          <a:bodyPr/>
          <a:lstStyle/>
          <a:p>
            <a:fld id="{25890B50-E583-4F9A-9F5C-F8632A40B7F9}" type="datetime1">
              <a:rPr lang="de-DE" smtClean="0"/>
              <a:t>26.06.2023</a:t>
            </a:fld>
            <a:endParaRPr lang="de-DE"/>
          </a:p>
        </p:txBody>
      </p:sp>
      <p:sp>
        <p:nvSpPr>
          <p:cNvPr id="3" name="Fußzeilenplatzhalter 2"/>
          <p:cNvSpPr>
            <a:spLocks noGrp="1"/>
          </p:cNvSpPr>
          <p:nvPr>
            <p:ph type="ftr" sz="quarter" idx="11"/>
          </p:nvPr>
        </p:nvSpPr>
        <p:spPr/>
        <p:txBody>
          <a:bodyPr/>
          <a:lstStyle/>
          <a:p>
            <a:r>
              <a:rPr lang="de-DE" smtClean="0"/>
              <a:t>Präsentationsthema</a:t>
            </a:r>
            <a:endParaRPr lang="de-DE"/>
          </a:p>
        </p:txBody>
      </p:sp>
      <p:sp>
        <p:nvSpPr>
          <p:cNvPr id="4" name="Foliennummernplatzhalter 3"/>
          <p:cNvSpPr>
            <a:spLocks noGrp="1"/>
          </p:cNvSpPr>
          <p:nvPr>
            <p:ph type="sldNum" sz="quarter" idx="12"/>
          </p:nvPr>
        </p:nvSpPr>
        <p:spPr/>
        <p:txBody>
          <a:bodyPr/>
          <a:lstStyle/>
          <a:p>
            <a:fld id="{220551C3-A462-45EE-8D4B-53AADAADD6D4}" type="slidenum">
              <a:rPr lang="de-DE" smtClean="0"/>
              <a:t>‹Nr.›</a:t>
            </a:fld>
            <a:endParaRPr lang="de-DE"/>
          </a:p>
        </p:txBody>
      </p:sp>
      <p:pic>
        <p:nvPicPr>
          <p:cNvPr id="9" name="Grafik 8"/>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11" name="Bildplatzhalter 10"/>
          <p:cNvSpPr>
            <a:spLocks noGrp="1"/>
          </p:cNvSpPr>
          <p:nvPr>
            <p:ph type="pic" sz="quarter" idx="13" hasCustomPrompt="1"/>
          </p:nvPr>
        </p:nvSpPr>
        <p:spPr>
          <a:xfrm>
            <a:off x="334963" y="549275"/>
            <a:ext cx="11522075" cy="6092825"/>
          </a:xfr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lvl1pPr>
          </a:lstStyle>
          <a:p>
            <a:r>
              <a:rPr lang="de-DE" dirty="0" smtClean="0"/>
              <a:t>Bild durch klick auf das Symbol hinzufügen und in den Hintergrund verschieben.</a:t>
            </a:r>
          </a:p>
          <a:p>
            <a:endParaRPr lang="de-DE" dirty="0"/>
          </a:p>
        </p:txBody>
      </p:sp>
    </p:spTree>
    <p:extLst>
      <p:ext uri="{BB962C8B-B14F-4D97-AF65-F5344CB8AC3E}">
        <p14:creationId xmlns:p14="http://schemas.microsoft.com/office/powerpoint/2010/main" val="208772689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Abbildungsseite_mit_Erklärung">
    <p:spTree>
      <p:nvGrpSpPr>
        <p:cNvPr id="1" name=""/>
        <p:cNvGrpSpPr/>
        <p:nvPr/>
      </p:nvGrpSpPr>
      <p:grpSpPr>
        <a:xfrm>
          <a:off x="0" y="0"/>
          <a:ext cx="0" cy="0"/>
          <a:chOff x="0" y="0"/>
          <a:chExt cx="0" cy="0"/>
        </a:xfrm>
      </p:grpSpPr>
      <p:grpSp>
        <p:nvGrpSpPr>
          <p:cNvPr id="5" name="Gruppieren 4"/>
          <p:cNvGrpSpPr/>
          <p:nvPr userDrawn="1"/>
        </p:nvGrpSpPr>
        <p:grpSpPr>
          <a:xfrm>
            <a:off x="0" y="6083955"/>
            <a:ext cx="12192000" cy="792064"/>
            <a:chOff x="0" y="6083955"/>
            <a:chExt cx="12192000" cy="792064"/>
          </a:xfrm>
        </p:grpSpPr>
        <p:sp>
          <p:nvSpPr>
            <p:cNvPr id="6" name="Freihandform 5"/>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7" name="Grafik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sp>
        <p:nvSpPr>
          <p:cNvPr id="2" name="Datumsplatzhalter 1"/>
          <p:cNvSpPr>
            <a:spLocks noGrp="1"/>
          </p:cNvSpPr>
          <p:nvPr>
            <p:ph type="dt" sz="half" idx="10"/>
          </p:nvPr>
        </p:nvSpPr>
        <p:spPr/>
        <p:txBody>
          <a:bodyPr/>
          <a:lstStyle/>
          <a:p>
            <a:fld id="{E865C805-59C9-447E-AC16-D3DD7FBB636D}" type="datetime1">
              <a:rPr lang="de-DE" smtClean="0"/>
              <a:t>26.06.2023</a:t>
            </a:fld>
            <a:endParaRPr lang="de-DE"/>
          </a:p>
        </p:txBody>
      </p:sp>
      <p:sp>
        <p:nvSpPr>
          <p:cNvPr id="3" name="Fußzeilenplatzhalter 2"/>
          <p:cNvSpPr>
            <a:spLocks noGrp="1"/>
          </p:cNvSpPr>
          <p:nvPr>
            <p:ph type="ftr" sz="quarter" idx="11"/>
          </p:nvPr>
        </p:nvSpPr>
        <p:spPr/>
        <p:txBody>
          <a:bodyPr/>
          <a:lstStyle/>
          <a:p>
            <a:r>
              <a:rPr lang="de-DE" smtClean="0"/>
              <a:t>Präsentationsthema</a:t>
            </a:r>
            <a:endParaRPr lang="de-DE"/>
          </a:p>
        </p:txBody>
      </p:sp>
      <p:sp>
        <p:nvSpPr>
          <p:cNvPr id="4" name="Foliennummernplatzhalter 3"/>
          <p:cNvSpPr>
            <a:spLocks noGrp="1"/>
          </p:cNvSpPr>
          <p:nvPr>
            <p:ph type="sldNum" sz="quarter" idx="12"/>
          </p:nvPr>
        </p:nvSpPr>
        <p:spPr/>
        <p:txBody>
          <a:bodyPr/>
          <a:lstStyle/>
          <a:p>
            <a:fld id="{220551C3-A462-45EE-8D4B-53AADAADD6D4}" type="slidenum">
              <a:rPr lang="de-DE" smtClean="0"/>
              <a:t>‹Nr.›</a:t>
            </a:fld>
            <a:endParaRPr lang="de-DE"/>
          </a:p>
        </p:txBody>
      </p:sp>
      <p:pic>
        <p:nvPicPr>
          <p:cNvPr id="9" name="Grafik 8"/>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11" name="Bildplatzhalter 10"/>
          <p:cNvSpPr>
            <a:spLocks noGrp="1"/>
          </p:cNvSpPr>
          <p:nvPr>
            <p:ph type="pic" sz="quarter" idx="13" hasCustomPrompt="1"/>
          </p:nvPr>
        </p:nvSpPr>
        <p:spPr>
          <a:xfrm>
            <a:off x="334963" y="549275"/>
            <a:ext cx="11522075" cy="4317693"/>
          </a:xfr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lvl1pPr>
          </a:lstStyle>
          <a:p>
            <a:r>
              <a:rPr lang="de-DE" dirty="0" smtClean="0"/>
              <a:t>Bild durch klick auf das Symbol hinzufügen und in den Hintergrund verschieben.</a:t>
            </a:r>
          </a:p>
          <a:p>
            <a:endParaRPr lang="de-DE" dirty="0"/>
          </a:p>
        </p:txBody>
      </p:sp>
      <p:sp>
        <p:nvSpPr>
          <p:cNvPr id="10" name="Textplatzhalter 9"/>
          <p:cNvSpPr>
            <a:spLocks noGrp="1"/>
          </p:cNvSpPr>
          <p:nvPr>
            <p:ph type="body" sz="quarter" idx="14"/>
          </p:nvPr>
        </p:nvSpPr>
        <p:spPr>
          <a:xfrm>
            <a:off x="334963" y="4895850"/>
            <a:ext cx="11522075" cy="692150"/>
          </a:xfrm>
        </p:spPr>
        <p:txBody>
          <a:bodyPr>
            <a:normAutofit/>
          </a:bodyPr>
          <a:lstStyle>
            <a:lvl1pPr marL="0" indent="0">
              <a:buNone/>
              <a:defRPr sz="2200" i="1"/>
            </a:lvl1pPr>
          </a:lstStyle>
          <a:p>
            <a:pPr lvl="0"/>
            <a:r>
              <a:rPr lang="de-DE" dirty="0" smtClean="0"/>
              <a:t>Formatvorlagen des Textmasters bearbeiten</a:t>
            </a:r>
          </a:p>
        </p:txBody>
      </p:sp>
    </p:spTree>
    <p:extLst>
      <p:ext uri="{BB962C8B-B14F-4D97-AF65-F5344CB8AC3E}">
        <p14:creationId xmlns:p14="http://schemas.microsoft.com/office/powerpoint/2010/main" val="250112372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Abbildungsseite_Zwei_Bilder">
    <p:spTree>
      <p:nvGrpSpPr>
        <p:cNvPr id="1" name=""/>
        <p:cNvGrpSpPr/>
        <p:nvPr/>
      </p:nvGrpSpPr>
      <p:grpSpPr>
        <a:xfrm>
          <a:off x="0" y="0"/>
          <a:ext cx="0" cy="0"/>
          <a:chOff x="0" y="0"/>
          <a:chExt cx="0" cy="0"/>
        </a:xfrm>
      </p:grpSpPr>
      <p:grpSp>
        <p:nvGrpSpPr>
          <p:cNvPr id="5" name="Gruppieren 4"/>
          <p:cNvGrpSpPr/>
          <p:nvPr userDrawn="1"/>
        </p:nvGrpSpPr>
        <p:grpSpPr>
          <a:xfrm>
            <a:off x="0" y="6083955"/>
            <a:ext cx="12192000" cy="792064"/>
            <a:chOff x="0" y="6083955"/>
            <a:chExt cx="12192000" cy="792064"/>
          </a:xfrm>
        </p:grpSpPr>
        <p:sp>
          <p:nvSpPr>
            <p:cNvPr id="6" name="Freihandform 5"/>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7" name="Grafik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sp>
        <p:nvSpPr>
          <p:cNvPr id="2" name="Datumsplatzhalter 1"/>
          <p:cNvSpPr>
            <a:spLocks noGrp="1"/>
          </p:cNvSpPr>
          <p:nvPr>
            <p:ph type="dt" sz="half" idx="10"/>
          </p:nvPr>
        </p:nvSpPr>
        <p:spPr/>
        <p:txBody>
          <a:bodyPr/>
          <a:lstStyle/>
          <a:p>
            <a:fld id="{43143C5F-7DED-4B57-9F55-B801BE6EA299}" type="datetime1">
              <a:rPr lang="de-DE" smtClean="0"/>
              <a:t>26.06.2023</a:t>
            </a:fld>
            <a:endParaRPr lang="de-DE"/>
          </a:p>
        </p:txBody>
      </p:sp>
      <p:sp>
        <p:nvSpPr>
          <p:cNvPr id="3" name="Fußzeilenplatzhalter 2"/>
          <p:cNvSpPr>
            <a:spLocks noGrp="1"/>
          </p:cNvSpPr>
          <p:nvPr>
            <p:ph type="ftr" sz="quarter" idx="11"/>
          </p:nvPr>
        </p:nvSpPr>
        <p:spPr/>
        <p:txBody>
          <a:bodyPr/>
          <a:lstStyle/>
          <a:p>
            <a:r>
              <a:rPr lang="de-DE" smtClean="0"/>
              <a:t>Präsentationsthema</a:t>
            </a:r>
            <a:endParaRPr lang="de-DE"/>
          </a:p>
        </p:txBody>
      </p:sp>
      <p:sp>
        <p:nvSpPr>
          <p:cNvPr id="4" name="Foliennummernplatzhalter 3"/>
          <p:cNvSpPr>
            <a:spLocks noGrp="1"/>
          </p:cNvSpPr>
          <p:nvPr>
            <p:ph type="sldNum" sz="quarter" idx="12"/>
          </p:nvPr>
        </p:nvSpPr>
        <p:spPr/>
        <p:txBody>
          <a:bodyPr/>
          <a:lstStyle/>
          <a:p>
            <a:fld id="{220551C3-A462-45EE-8D4B-53AADAADD6D4}" type="slidenum">
              <a:rPr lang="de-DE" smtClean="0"/>
              <a:t>‹Nr.›</a:t>
            </a:fld>
            <a:endParaRPr lang="de-DE"/>
          </a:p>
        </p:txBody>
      </p:sp>
      <p:pic>
        <p:nvPicPr>
          <p:cNvPr id="9" name="Grafik 8"/>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11" name="Bildplatzhalter 10"/>
          <p:cNvSpPr>
            <a:spLocks noGrp="1"/>
          </p:cNvSpPr>
          <p:nvPr>
            <p:ph type="pic" sz="quarter" idx="13" hasCustomPrompt="1"/>
          </p:nvPr>
        </p:nvSpPr>
        <p:spPr>
          <a:xfrm>
            <a:off x="334963" y="549275"/>
            <a:ext cx="5761037" cy="6092825"/>
          </a:xfr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lvl1pPr>
          </a:lstStyle>
          <a:p>
            <a:r>
              <a:rPr lang="de-DE" dirty="0" smtClean="0"/>
              <a:t>Bild durch klick auf das Symbol hinzufügen und in den Hintergrund verschieben.</a:t>
            </a:r>
          </a:p>
          <a:p>
            <a:endParaRPr lang="de-DE" dirty="0"/>
          </a:p>
        </p:txBody>
      </p:sp>
      <p:sp>
        <p:nvSpPr>
          <p:cNvPr id="10" name="Bildplatzhalter 10"/>
          <p:cNvSpPr>
            <a:spLocks noGrp="1"/>
          </p:cNvSpPr>
          <p:nvPr>
            <p:ph type="pic" sz="quarter" idx="14" hasCustomPrompt="1"/>
          </p:nvPr>
        </p:nvSpPr>
        <p:spPr>
          <a:xfrm>
            <a:off x="6096000" y="549275"/>
            <a:ext cx="5761037" cy="6092825"/>
          </a:xfr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lvl1pPr>
          </a:lstStyle>
          <a:p>
            <a:r>
              <a:rPr lang="de-DE" dirty="0" smtClean="0"/>
              <a:t>Bild durch klick auf das Symbol hinzufügen und in den Hintergrund verschieben.</a:t>
            </a:r>
          </a:p>
          <a:p>
            <a:endParaRPr lang="de-DE" dirty="0"/>
          </a:p>
        </p:txBody>
      </p:sp>
    </p:spTree>
    <p:extLst>
      <p:ext uri="{BB962C8B-B14F-4D97-AF65-F5344CB8AC3E}">
        <p14:creationId xmlns:p14="http://schemas.microsoft.com/office/powerpoint/2010/main" val="3185906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_Abbildungsseite_Zwei_Bilder">
    <p:spTree>
      <p:nvGrpSpPr>
        <p:cNvPr id="1" name=""/>
        <p:cNvGrpSpPr/>
        <p:nvPr/>
      </p:nvGrpSpPr>
      <p:grpSpPr>
        <a:xfrm>
          <a:off x="0" y="0"/>
          <a:ext cx="0" cy="0"/>
          <a:chOff x="0" y="0"/>
          <a:chExt cx="0" cy="0"/>
        </a:xfrm>
      </p:grpSpPr>
      <p:grpSp>
        <p:nvGrpSpPr>
          <p:cNvPr id="5" name="Gruppieren 4"/>
          <p:cNvGrpSpPr/>
          <p:nvPr userDrawn="1"/>
        </p:nvGrpSpPr>
        <p:grpSpPr>
          <a:xfrm>
            <a:off x="0" y="6083955"/>
            <a:ext cx="12192000" cy="792064"/>
            <a:chOff x="0" y="6083955"/>
            <a:chExt cx="12192000" cy="792064"/>
          </a:xfrm>
        </p:grpSpPr>
        <p:sp>
          <p:nvSpPr>
            <p:cNvPr id="6" name="Freihandform 5"/>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7" name="Grafik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sp>
        <p:nvSpPr>
          <p:cNvPr id="2" name="Datumsplatzhalter 1"/>
          <p:cNvSpPr>
            <a:spLocks noGrp="1"/>
          </p:cNvSpPr>
          <p:nvPr>
            <p:ph type="dt" sz="half" idx="10"/>
          </p:nvPr>
        </p:nvSpPr>
        <p:spPr/>
        <p:txBody>
          <a:bodyPr/>
          <a:lstStyle/>
          <a:p>
            <a:fld id="{5D1B84DE-ED62-4170-B17A-A12B89CD8221}" type="datetime1">
              <a:rPr lang="de-DE" smtClean="0"/>
              <a:t>26.06.2023</a:t>
            </a:fld>
            <a:endParaRPr lang="de-DE"/>
          </a:p>
        </p:txBody>
      </p:sp>
      <p:sp>
        <p:nvSpPr>
          <p:cNvPr id="3" name="Fußzeilenplatzhalter 2"/>
          <p:cNvSpPr>
            <a:spLocks noGrp="1"/>
          </p:cNvSpPr>
          <p:nvPr>
            <p:ph type="ftr" sz="quarter" idx="11"/>
          </p:nvPr>
        </p:nvSpPr>
        <p:spPr/>
        <p:txBody>
          <a:bodyPr/>
          <a:lstStyle/>
          <a:p>
            <a:r>
              <a:rPr lang="de-DE" smtClean="0"/>
              <a:t>Präsentationsthema</a:t>
            </a:r>
            <a:endParaRPr lang="de-DE"/>
          </a:p>
        </p:txBody>
      </p:sp>
      <p:sp>
        <p:nvSpPr>
          <p:cNvPr id="4" name="Foliennummernplatzhalter 3"/>
          <p:cNvSpPr>
            <a:spLocks noGrp="1"/>
          </p:cNvSpPr>
          <p:nvPr>
            <p:ph type="sldNum" sz="quarter" idx="12"/>
          </p:nvPr>
        </p:nvSpPr>
        <p:spPr/>
        <p:txBody>
          <a:bodyPr/>
          <a:lstStyle/>
          <a:p>
            <a:fld id="{220551C3-A462-45EE-8D4B-53AADAADD6D4}" type="slidenum">
              <a:rPr lang="de-DE" smtClean="0"/>
              <a:t>‹Nr.›</a:t>
            </a:fld>
            <a:endParaRPr lang="de-DE"/>
          </a:p>
        </p:txBody>
      </p:sp>
      <p:pic>
        <p:nvPicPr>
          <p:cNvPr id="9" name="Grafik 8"/>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11" name="Bildplatzhalter 10"/>
          <p:cNvSpPr>
            <a:spLocks noGrp="1"/>
          </p:cNvSpPr>
          <p:nvPr>
            <p:ph type="pic" sz="quarter" idx="13" hasCustomPrompt="1"/>
          </p:nvPr>
        </p:nvSpPr>
        <p:spPr>
          <a:xfrm>
            <a:off x="334963" y="549275"/>
            <a:ext cx="5761037" cy="4317693"/>
          </a:xfr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lvl1pPr>
          </a:lstStyle>
          <a:p>
            <a:r>
              <a:rPr lang="de-DE" dirty="0" smtClean="0"/>
              <a:t>Bild durch klick auf das Symbol hinzufügen</a:t>
            </a:r>
            <a:endParaRPr lang="de-DE" dirty="0"/>
          </a:p>
        </p:txBody>
      </p:sp>
      <p:sp>
        <p:nvSpPr>
          <p:cNvPr id="10" name="Bildplatzhalter 10"/>
          <p:cNvSpPr>
            <a:spLocks noGrp="1"/>
          </p:cNvSpPr>
          <p:nvPr>
            <p:ph type="pic" sz="quarter" idx="14" hasCustomPrompt="1"/>
          </p:nvPr>
        </p:nvSpPr>
        <p:spPr>
          <a:xfrm>
            <a:off x="6096000" y="549275"/>
            <a:ext cx="5761037" cy="4317693"/>
          </a:xfr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lvl1pPr>
          </a:lstStyle>
          <a:p>
            <a:r>
              <a:rPr lang="de-DE" dirty="0" smtClean="0"/>
              <a:t>Bild durch klick auf das Symbol hinzufügen</a:t>
            </a:r>
            <a:endParaRPr lang="de-DE" dirty="0"/>
          </a:p>
        </p:txBody>
      </p:sp>
      <p:sp>
        <p:nvSpPr>
          <p:cNvPr id="12" name="Textplatzhalter 11"/>
          <p:cNvSpPr>
            <a:spLocks noGrp="1"/>
          </p:cNvSpPr>
          <p:nvPr>
            <p:ph type="body" sz="quarter" idx="15"/>
          </p:nvPr>
        </p:nvSpPr>
        <p:spPr>
          <a:xfrm>
            <a:off x="334963" y="4867275"/>
            <a:ext cx="5761037" cy="733425"/>
          </a:xfrm>
        </p:spPr>
        <p:txBody>
          <a:bodyPr>
            <a:normAutofit/>
          </a:bodyPr>
          <a:lstStyle>
            <a:lvl1pPr marL="0" indent="0">
              <a:buNone/>
              <a:defRPr sz="2200" i="1"/>
            </a:lvl1pPr>
          </a:lstStyle>
          <a:p>
            <a:pPr lvl="0"/>
            <a:r>
              <a:rPr lang="de-DE" dirty="0" smtClean="0"/>
              <a:t>Formatvorlagen des Textmasters</a:t>
            </a:r>
            <a:endParaRPr lang="de-DE" dirty="0"/>
          </a:p>
        </p:txBody>
      </p:sp>
      <p:sp>
        <p:nvSpPr>
          <p:cNvPr id="13" name="Textplatzhalter 11"/>
          <p:cNvSpPr>
            <a:spLocks noGrp="1"/>
          </p:cNvSpPr>
          <p:nvPr>
            <p:ph type="body" sz="quarter" idx="16"/>
          </p:nvPr>
        </p:nvSpPr>
        <p:spPr>
          <a:xfrm>
            <a:off x="6095999" y="4867275"/>
            <a:ext cx="5761037" cy="733425"/>
          </a:xfrm>
        </p:spPr>
        <p:txBody>
          <a:bodyPr>
            <a:normAutofit/>
          </a:bodyPr>
          <a:lstStyle>
            <a:lvl1pPr marL="0" indent="0">
              <a:buNone/>
              <a:defRPr sz="2200" i="1"/>
            </a:lvl1pPr>
          </a:lstStyle>
          <a:p>
            <a:pPr lvl="0"/>
            <a:r>
              <a:rPr lang="de-DE" dirty="0" smtClean="0"/>
              <a:t>Formatvorlagen des Textmasters</a:t>
            </a:r>
            <a:endParaRPr lang="de-DE" dirty="0"/>
          </a:p>
        </p:txBody>
      </p:sp>
    </p:spTree>
    <p:extLst>
      <p:ext uri="{BB962C8B-B14F-4D97-AF65-F5344CB8AC3E}">
        <p14:creationId xmlns:p14="http://schemas.microsoft.com/office/powerpoint/2010/main" val="43329367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Zitat_Weiß">
    <p:spTree>
      <p:nvGrpSpPr>
        <p:cNvPr id="1" name=""/>
        <p:cNvGrpSpPr/>
        <p:nvPr/>
      </p:nvGrpSpPr>
      <p:grpSpPr>
        <a:xfrm>
          <a:off x="0" y="0"/>
          <a:ext cx="0" cy="0"/>
          <a:chOff x="0" y="0"/>
          <a:chExt cx="0" cy="0"/>
        </a:xfrm>
      </p:grpSpPr>
      <p:grpSp>
        <p:nvGrpSpPr>
          <p:cNvPr id="8" name="Gruppieren 7"/>
          <p:cNvGrpSpPr/>
          <p:nvPr userDrawn="1"/>
        </p:nvGrpSpPr>
        <p:grpSpPr>
          <a:xfrm>
            <a:off x="0" y="6083955"/>
            <a:ext cx="12192000" cy="792064"/>
            <a:chOff x="0" y="6083955"/>
            <a:chExt cx="12192000" cy="792064"/>
          </a:xfrm>
        </p:grpSpPr>
        <p:sp>
          <p:nvSpPr>
            <p:cNvPr id="9" name="Freihandform 8"/>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10" name="Grafik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pic>
        <p:nvPicPr>
          <p:cNvPr id="11" name="Grafik 10"/>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5" name="Datumsplatzhalter 4"/>
          <p:cNvSpPr>
            <a:spLocks noGrp="1"/>
          </p:cNvSpPr>
          <p:nvPr>
            <p:ph type="dt" sz="half" idx="10"/>
          </p:nvPr>
        </p:nvSpPr>
        <p:spPr/>
        <p:txBody>
          <a:bodyPr/>
          <a:lstStyle/>
          <a:p>
            <a:fld id="{8ADFA7FF-7089-4E48-98BE-85BF99ED458D}" type="datetime1">
              <a:rPr lang="de-DE" smtClean="0"/>
              <a:t>26.06.2023</a:t>
            </a:fld>
            <a:endParaRPr lang="de-DE"/>
          </a:p>
        </p:txBody>
      </p:sp>
      <p:sp>
        <p:nvSpPr>
          <p:cNvPr id="6" name="Fußzeilenplatzhalter 5"/>
          <p:cNvSpPr>
            <a:spLocks noGrp="1"/>
          </p:cNvSpPr>
          <p:nvPr>
            <p:ph type="ftr" sz="quarter" idx="11"/>
          </p:nvPr>
        </p:nvSpPr>
        <p:spPr/>
        <p:txBody>
          <a:bodyPr/>
          <a:lstStyle/>
          <a:p>
            <a:r>
              <a:rPr lang="de-DE" smtClean="0"/>
              <a:t>Präsentationsthema</a:t>
            </a:r>
            <a:endParaRPr lang="de-DE"/>
          </a:p>
        </p:txBody>
      </p:sp>
      <p:sp>
        <p:nvSpPr>
          <p:cNvPr id="7" name="Foliennummernplatzhalter 6"/>
          <p:cNvSpPr>
            <a:spLocks noGrp="1"/>
          </p:cNvSpPr>
          <p:nvPr>
            <p:ph type="sldNum" sz="quarter" idx="12"/>
          </p:nvPr>
        </p:nvSpPr>
        <p:spPr/>
        <p:txBody>
          <a:bodyPr/>
          <a:lstStyle/>
          <a:p>
            <a:fld id="{220551C3-A462-45EE-8D4B-53AADAADD6D4}" type="slidenum">
              <a:rPr lang="de-DE" smtClean="0"/>
              <a:t>‹Nr.›</a:t>
            </a:fld>
            <a:endParaRPr lang="de-DE"/>
          </a:p>
        </p:txBody>
      </p:sp>
      <p:sp>
        <p:nvSpPr>
          <p:cNvPr id="13" name="Textplatzhalter 12"/>
          <p:cNvSpPr>
            <a:spLocks noGrp="1"/>
          </p:cNvSpPr>
          <p:nvPr>
            <p:ph type="body" sz="quarter" idx="13" hasCustomPrompt="1"/>
          </p:nvPr>
        </p:nvSpPr>
        <p:spPr>
          <a:xfrm>
            <a:off x="1736725" y="1249363"/>
            <a:ext cx="8686800" cy="2865437"/>
          </a:xfrm>
        </p:spPr>
        <p:txBody>
          <a:bodyPr>
            <a:noAutofit/>
          </a:bodyPr>
          <a:lstStyle>
            <a:lvl1pPr marL="0" indent="0">
              <a:buNone/>
              <a:defRPr sz="7200" baseline="0">
                <a:solidFill>
                  <a:schemeClr val="accent2"/>
                </a:solidFill>
              </a:defRPr>
            </a:lvl1pPr>
          </a:lstStyle>
          <a:p>
            <a:pPr lvl="0"/>
            <a:r>
              <a:rPr lang="de-DE" dirty="0" smtClean="0"/>
              <a:t>„Hier kann ein Zitat eingefügt werden.“</a:t>
            </a:r>
            <a:endParaRPr lang="de-DE" dirty="0"/>
          </a:p>
        </p:txBody>
      </p:sp>
      <p:sp>
        <p:nvSpPr>
          <p:cNvPr id="15" name="Textplatzhalter 14"/>
          <p:cNvSpPr>
            <a:spLocks noGrp="1"/>
          </p:cNvSpPr>
          <p:nvPr>
            <p:ph type="body" sz="quarter" idx="14" hasCustomPrompt="1"/>
          </p:nvPr>
        </p:nvSpPr>
        <p:spPr>
          <a:xfrm>
            <a:off x="1768475" y="4876800"/>
            <a:ext cx="8686800" cy="701675"/>
          </a:xfrm>
        </p:spPr>
        <p:txBody>
          <a:bodyPr>
            <a:normAutofit/>
          </a:bodyPr>
          <a:lstStyle>
            <a:lvl1pPr marL="0" indent="0">
              <a:buNone/>
              <a:defRPr sz="2000" i="1" baseline="0"/>
            </a:lvl1pPr>
          </a:lstStyle>
          <a:p>
            <a:pPr lvl="0"/>
            <a:r>
              <a:rPr lang="de-DE" dirty="0" smtClean="0"/>
              <a:t>– Hier wird die zitierte Person aufgeführt.</a:t>
            </a:r>
            <a:endParaRPr lang="de-DE" dirty="0"/>
          </a:p>
        </p:txBody>
      </p:sp>
    </p:spTree>
    <p:extLst>
      <p:ext uri="{BB962C8B-B14F-4D97-AF65-F5344CB8AC3E}">
        <p14:creationId xmlns:p14="http://schemas.microsoft.com/office/powerpoint/2010/main" val="407937558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Zitat_Blau_Bild">
    <p:spTree>
      <p:nvGrpSpPr>
        <p:cNvPr id="1" name=""/>
        <p:cNvGrpSpPr/>
        <p:nvPr/>
      </p:nvGrpSpPr>
      <p:grpSpPr>
        <a:xfrm>
          <a:off x="0" y="0"/>
          <a:ext cx="0" cy="0"/>
          <a:chOff x="0" y="0"/>
          <a:chExt cx="0" cy="0"/>
        </a:xfrm>
      </p:grpSpPr>
      <p:pic>
        <p:nvPicPr>
          <p:cNvPr id="4" name="Grafik 3"/>
          <p:cNvPicPr>
            <a:picLocks noChangeAspect="1"/>
          </p:cNvPicPr>
          <p:nvPr userDrawn="1"/>
        </p:nvPicPr>
        <p:blipFill>
          <a:blip r:embed="rId2"/>
          <a:stretch>
            <a:fillRect/>
          </a:stretch>
        </p:blipFill>
        <p:spPr>
          <a:xfrm>
            <a:off x="-529" y="6065451"/>
            <a:ext cx="12193057" cy="792549"/>
          </a:xfrm>
          <a:prstGeom prst="rect">
            <a:avLst/>
          </a:prstGeom>
        </p:spPr>
      </p:pic>
      <p:sp>
        <p:nvSpPr>
          <p:cNvPr id="5" name="Datumsplatzhalter 4"/>
          <p:cNvSpPr>
            <a:spLocks noGrp="1"/>
          </p:cNvSpPr>
          <p:nvPr>
            <p:ph type="dt" sz="half" idx="10"/>
          </p:nvPr>
        </p:nvSpPr>
        <p:spPr/>
        <p:txBody>
          <a:bodyPr/>
          <a:lstStyle/>
          <a:p>
            <a:fld id="{E59FF18C-A25A-4E85-BD71-DA8789E0546F}" type="datetime1">
              <a:rPr lang="de-DE" smtClean="0"/>
              <a:t>26.06.2023</a:t>
            </a:fld>
            <a:endParaRPr lang="de-DE"/>
          </a:p>
        </p:txBody>
      </p:sp>
      <p:sp>
        <p:nvSpPr>
          <p:cNvPr id="6" name="Fußzeilenplatzhalter 5"/>
          <p:cNvSpPr>
            <a:spLocks noGrp="1"/>
          </p:cNvSpPr>
          <p:nvPr>
            <p:ph type="ftr" sz="quarter" idx="11"/>
          </p:nvPr>
        </p:nvSpPr>
        <p:spPr/>
        <p:txBody>
          <a:bodyPr/>
          <a:lstStyle/>
          <a:p>
            <a:r>
              <a:rPr lang="de-DE" smtClean="0"/>
              <a:t>Präsentationsthema</a:t>
            </a:r>
            <a:endParaRPr lang="de-DE"/>
          </a:p>
        </p:txBody>
      </p:sp>
      <p:sp>
        <p:nvSpPr>
          <p:cNvPr id="7" name="Foliennummernplatzhalter 6"/>
          <p:cNvSpPr>
            <a:spLocks noGrp="1"/>
          </p:cNvSpPr>
          <p:nvPr>
            <p:ph type="sldNum" sz="quarter" idx="12"/>
          </p:nvPr>
        </p:nvSpPr>
        <p:spPr/>
        <p:txBody>
          <a:bodyPr/>
          <a:lstStyle/>
          <a:p>
            <a:fld id="{220551C3-A462-45EE-8D4B-53AADAADD6D4}" type="slidenum">
              <a:rPr lang="de-DE" smtClean="0"/>
              <a:t>‹Nr.›</a:t>
            </a:fld>
            <a:endParaRPr lang="de-DE"/>
          </a:p>
        </p:txBody>
      </p:sp>
      <p:sp>
        <p:nvSpPr>
          <p:cNvPr id="13" name="Textplatzhalter 12"/>
          <p:cNvSpPr>
            <a:spLocks noGrp="1"/>
          </p:cNvSpPr>
          <p:nvPr>
            <p:ph type="body" sz="quarter" idx="13" hasCustomPrompt="1"/>
          </p:nvPr>
        </p:nvSpPr>
        <p:spPr>
          <a:xfrm>
            <a:off x="1736725" y="2738438"/>
            <a:ext cx="8686800" cy="2865437"/>
          </a:xfrm>
        </p:spPr>
        <p:txBody>
          <a:bodyPr>
            <a:noAutofit/>
          </a:bodyPr>
          <a:lstStyle>
            <a:lvl1pPr marL="0" indent="0">
              <a:buNone/>
              <a:defRPr sz="7200" baseline="0">
                <a:solidFill>
                  <a:schemeClr val="accent2"/>
                </a:solidFill>
              </a:defRPr>
            </a:lvl1pPr>
          </a:lstStyle>
          <a:p>
            <a:pPr lvl="0"/>
            <a:r>
              <a:rPr lang="de-DE" dirty="0" smtClean="0"/>
              <a:t>„Hier kann ein Zitat eingefügt werden.“</a:t>
            </a:r>
            <a:endParaRPr lang="de-DE" dirty="0"/>
          </a:p>
        </p:txBody>
      </p:sp>
      <p:sp>
        <p:nvSpPr>
          <p:cNvPr id="15" name="Textplatzhalter 14"/>
          <p:cNvSpPr>
            <a:spLocks noGrp="1"/>
          </p:cNvSpPr>
          <p:nvPr>
            <p:ph type="body" sz="quarter" idx="14" hasCustomPrompt="1"/>
          </p:nvPr>
        </p:nvSpPr>
        <p:spPr>
          <a:xfrm>
            <a:off x="1768475" y="5607050"/>
            <a:ext cx="8686800" cy="701675"/>
          </a:xfrm>
        </p:spPr>
        <p:txBody>
          <a:bodyPr>
            <a:normAutofit/>
          </a:bodyPr>
          <a:lstStyle>
            <a:lvl1pPr marL="0" indent="0">
              <a:buNone/>
              <a:defRPr sz="2000" i="1" baseline="0"/>
            </a:lvl1pPr>
          </a:lstStyle>
          <a:p>
            <a:pPr lvl="0"/>
            <a:r>
              <a:rPr lang="de-DE" dirty="0" smtClean="0"/>
              <a:t>– Hier wird die zitierte Person aufgeführt.</a:t>
            </a:r>
            <a:endParaRPr lang="de-DE" dirty="0"/>
          </a:p>
        </p:txBody>
      </p:sp>
      <p:sp>
        <p:nvSpPr>
          <p:cNvPr id="3" name="Bildplatzhalter 2"/>
          <p:cNvSpPr>
            <a:spLocks noGrp="1"/>
          </p:cNvSpPr>
          <p:nvPr>
            <p:ph type="pic" sz="quarter" idx="15" hasCustomPrompt="1"/>
          </p:nvPr>
        </p:nvSpPr>
        <p:spPr>
          <a:xfrm>
            <a:off x="0" y="0"/>
            <a:ext cx="12180888" cy="3509963"/>
          </a:xfr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lvl1pPr>
          </a:lstStyle>
          <a:p>
            <a:r>
              <a:rPr lang="de-DE" dirty="0" smtClean="0"/>
              <a:t>Bild durch klick auf das Symbol hinzufügen und in den Hintergrund verschieben.</a:t>
            </a:r>
          </a:p>
          <a:p>
            <a:endParaRPr lang="de-DE" dirty="0"/>
          </a:p>
        </p:txBody>
      </p:sp>
    </p:spTree>
    <p:extLst>
      <p:ext uri="{BB962C8B-B14F-4D97-AF65-F5344CB8AC3E}">
        <p14:creationId xmlns:p14="http://schemas.microsoft.com/office/powerpoint/2010/main" val="28402894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Zahl_mit_Erklärung">
    <p:spTree>
      <p:nvGrpSpPr>
        <p:cNvPr id="1" name=""/>
        <p:cNvGrpSpPr/>
        <p:nvPr/>
      </p:nvGrpSpPr>
      <p:grpSpPr>
        <a:xfrm>
          <a:off x="0" y="0"/>
          <a:ext cx="0" cy="0"/>
          <a:chOff x="0" y="0"/>
          <a:chExt cx="0" cy="0"/>
        </a:xfrm>
      </p:grpSpPr>
      <p:grpSp>
        <p:nvGrpSpPr>
          <p:cNvPr id="8" name="Gruppieren 7"/>
          <p:cNvGrpSpPr/>
          <p:nvPr userDrawn="1"/>
        </p:nvGrpSpPr>
        <p:grpSpPr>
          <a:xfrm>
            <a:off x="0" y="6083955"/>
            <a:ext cx="12192000" cy="792064"/>
            <a:chOff x="0" y="6083955"/>
            <a:chExt cx="12192000" cy="792064"/>
          </a:xfrm>
        </p:grpSpPr>
        <p:sp>
          <p:nvSpPr>
            <p:cNvPr id="9" name="Freihandform 8"/>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10" name="Grafik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pic>
        <p:nvPicPr>
          <p:cNvPr id="11" name="Grafik 10"/>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5" name="Datumsplatzhalter 4"/>
          <p:cNvSpPr>
            <a:spLocks noGrp="1"/>
          </p:cNvSpPr>
          <p:nvPr>
            <p:ph type="dt" sz="half" idx="10"/>
          </p:nvPr>
        </p:nvSpPr>
        <p:spPr/>
        <p:txBody>
          <a:bodyPr/>
          <a:lstStyle/>
          <a:p>
            <a:fld id="{30B5D481-2576-4099-B2C9-258619686BD9}" type="datetime1">
              <a:rPr lang="de-DE" smtClean="0"/>
              <a:t>26.06.2023</a:t>
            </a:fld>
            <a:endParaRPr lang="de-DE"/>
          </a:p>
        </p:txBody>
      </p:sp>
      <p:sp>
        <p:nvSpPr>
          <p:cNvPr id="6" name="Fußzeilenplatzhalter 5"/>
          <p:cNvSpPr>
            <a:spLocks noGrp="1"/>
          </p:cNvSpPr>
          <p:nvPr>
            <p:ph type="ftr" sz="quarter" idx="11"/>
          </p:nvPr>
        </p:nvSpPr>
        <p:spPr/>
        <p:txBody>
          <a:bodyPr/>
          <a:lstStyle/>
          <a:p>
            <a:r>
              <a:rPr lang="de-DE" smtClean="0"/>
              <a:t>Präsentationsthema</a:t>
            </a:r>
            <a:endParaRPr lang="de-DE"/>
          </a:p>
        </p:txBody>
      </p:sp>
      <p:sp>
        <p:nvSpPr>
          <p:cNvPr id="7" name="Foliennummernplatzhalter 6"/>
          <p:cNvSpPr>
            <a:spLocks noGrp="1"/>
          </p:cNvSpPr>
          <p:nvPr>
            <p:ph type="sldNum" sz="quarter" idx="12"/>
          </p:nvPr>
        </p:nvSpPr>
        <p:spPr/>
        <p:txBody>
          <a:bodyPr/>
          <a:lstStyle/>
          <a:p>
            <a:fld id="{220551C3-A462-45EE-8D4B-53AADAADD6D4}" type="slidenum">
              <a:rPr lang="de-DE" smtClean="0"/>
              <a:t>‹Nr.›</a:t>
            </a:fld>
            <a:endParaRPr lang="de-DE"/>
          </a:p>
        </p:txBody>
      </p:sp>
      <p:sp>
        <p:nvSpPr>
          <p:cNvPr id="13" name="Textplatzhalter 12"/>
          <p:cNvSpPr>
            <a:spLocks noGrp="1"/>
          </p:cNvSpPr>
          <p:nvPr>
            <p:ph type="body" sz="quarter" idx="13" hasCustomPrompt="1"/>
          </p:nvPr>
        </p:nvSpPr>
        <p:spPr>
          <a:xfrm>
            <a:off x="1736725" y="2713703"/>
            <a:ext cx="8686800" cy="1401097"/>
          </a:xfrm>
        </p:spPr>
        <p:txBody>
          <a:bodyPr>
            <a:noAutofit/>
          </a:bodyPr>
          <a:lstStyle>
            <a:lvl1pPr marL="0" indent="0" algn="ctr">
              <a:buNone/>
              <a:defRPr sz="7200" b="1" baseline="0">
                <a:solidFill>
                  <a:schemeClr val="accent2"/>
                </a:solidFill>
              </a:defRPr>
            </a:lvl1pPr>
          </a:lstStyle>
          <a:p>
            <a:pPr lvl="0"/>
            <a:r>
              <a:rPr lang="de-DE" dirty="0" smtClean="0"/>
              <a:t>83.200.000,24</a:t>
            </a:r>
            <a:endParaRPr lang="de-DE" dirty="0"/>
          </a:p>
        </p:txBody>
      </p:sp>
      <p:sp>
        <p:nvSpPr>
          <p:cNvPr id="15" name="Textplatzhalter 14"/>
          <p:cNvSpPr>
            <a:spLocks noGrp="1"/>
          </p:cNvSpPr>
          <p:nvPr>
            <p:ph type="body" sz="quarter" idx="14" hasCustomPrompt="1"/>
          </p:nvPr>
        </p:nvSpPr>
        <p:spPr>
          <a:xfrm>
            <a:off x="1768475" y="4149626"/>
            <a:ext cx="8686800" cy="1428849"/>
          </a:xfrm>
        </p:spPr>
        <p:txBody>
          <a:bodyPr>
            <a:normAutofit/>
          </a:bodyPr>
          <a:lstStyle>
            <a:lvl1pPr marL="0" indent="0" algn="ctr">
              <a:buNone/>
              <a:defRPr sz="2000" i="1" baseline="0"/>
            </a:lvl1pPr>
          </a:lstStyle>
          <a:p>
            <a:pPr lvl="0"/>
            <a:r>
              <a:rPr lang="de-DE" dirty="0" smtClean="0"/>
              <a:t>Hier kann sich eine Erklärung zu der Zahl befinden.</a:t>
            </a:r>
            <a:endParaRPr lang="de-DE" dirty="0"/>
          </a:p>
        </p:txBody>
      </p:sp>
    </p:spTree>
    <p:extLst>
      <p:ext uri="{BB962C8B-B14F-4D97-AF65-F5344CB8AC3E}">
        <p14:creationId xmlns:p14="http://schemas.microsoft.com/office/powerpoint/2010/main" val="316037006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Zahl_Erklärung_Bild">
    <p:spTree>
      <p:nvGrpSpPr>
        <p:cNvPr id="1" name=""/>
        <p:cNvGrpSpPr/>
        <p:nvPr/>
      </p:nvGrpSpPr>
      <p:grpSpPr>
        <a:xfrm>
          <a:off x="0" y="0"/>
          <a:ext cx="0" cy="0"/>
          <a:chOff x="0" y="0"/>
          <a:chExt cx="0" cy="0"/>
        </a:xfrm>
      </p:grpSpPr>
      <p:pic>
        <p:nvPicPr>
          <p:cNvPr id="4" name="Grafik 3"/>
          <p:cNvPicPr>
            <a:picLocks noChangeAspect="1"/>
          </p:cNvPicPr>
          <p:nvPr userDrawn="1"/>
        </p:nvPicPr>
        <p:blipFill>
          <a:blip r:embed="rId2"/>
          <a:stretch>
            <a:fillRect/>
          </a:stretch>
        </p:blipFill>
        <p:spPr>
          <a:xfrm>
            <a:off x="-529" y="6065451"/>
            <a:ext cx="12193057" cy="792549"/>
          </a:xfrm>
          <a:prstGeom prst="rect">
            <a:avLst/>
          </a:prstGeom>
        </p:spPr>
      </p:pic>
      <p:pic>
        <p:nvPicPr>
          <p:cNvPr id="11" name="Grafik 10"/>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5" name="Datumsplatzhalter 4"/>
          <p:cNvSpPr>
            <a:spLocks noGrp="1"/>
          </p:cNvSpPr>
          <p:nvPr>
            <p:ph type="dt" sz="half" idx="10"/>
          </p:nvPr>
        </p:nvSpPr>
        <p:spPr/>
        <p:txBody>
          <a:bodyPr/>
          <a:lstStyle/>
          <a:p>
            <a:fld id="{B675D297-4DC4-46BE-A465-23DDBFC4C257}" type="datetime1">
              <a:rPr lang="de-DE" smtClean="0"/>
              <a:t>26.06.2023</a:t>
            </a:fld>
            <a:endParaRPr lang="de-DE"/>
          </a:p>
        </p:txBody>
      </p:sp>
      <p:sp>
        <p:nvSpPr>
          <p:cNvPr id="6" name="Fußzeilenplatzhalter 5"/>
          <p:cNvSpPr>
            <a:spLocks noGrp="1"/>
          </p:cNvSpPr>
          <p:nvPr>
            <p:ph type="ftr" sz="quarter" idx="11"/>
          </p:nvPr>
        </p:nvSpPr>
        <p:spPr/>
        <p:txBody>
          <a:bodyPr/>
          <a:lstStyle/>
          <a:p>
            <a:r>
              <a:rPr lang="de-DE" smtClean="0"/>
              <a:t>Präsentationsthema</a:t>
            </a:r>
            <a:endParaRPr lang="de-DE"/>
          </a:p>
        </p:txBody>
      </p:sp>
      <p:sp>
        <p:nvSpPr>
          <p:cNvPr id="7" name="Foliennummernplatzhalter 6"/>
          <p:cNvSpPr>
            <a:spLocks noGrp="1"/>
          </p:cNvSpPr>
          <p:nvPr>
            <p:ph type="sldNum" sz="quarter" idx="12"/>
          </p:nvPr>
        </p:nvSpPr>
        <p:spPr/>
        <p:txBody>
          <a:bodyPr/>
          <a:lstStyle/>
          <a:p>
            <a:fld id="{220551C3-A462-45EE-8D4B-53AADAADD6D4}" type="slidenum">
              <a:rPr lang="de-DE" smtClean="0"/>
              <a:t>‹Nr.›</a:t>
            </a:fld>
            <a:endParaRPr lang="de-DE"/>
          </a:p>
        </p:txBody>
      </p:sp>
      <p:sp>
        <p:nvSpPr>
          <p:cNvPr id="13" name="Textplatzhalter 12"/>
          <p:cNvSpPr>
            <a:spLocks noGrp="1"/>
          </p:cNvSpPr>
          <p:nvPr>
            <p:ph type="body" sz="quarter" idx="13" hasCustomPrompt="1"/>
          </p:nvPr>
        </p:nvSpPr>
        <p:spPr>
          <a:xfrm>
            <a:off x="1736725" y="3447128"/>
            <a:ext cx="8686800" cy="1401097"/>
          </a:xfrm>
        </p:spPr>
        <p:txBody>
          <a:bodyPr>
            <a:noAutofit/>
          </a:bodyPr>
          <a:lstStyle>
            <a:lvl1pPr marL="0" indent="0" algn="ctr">
              <a:buNone/>
              <a:defRPr sz="7200" b="1" baseline="0">
                <a:solidFill>
                  <a:schemeClr val="accent2"/>
                </a:solidFill>
              </a:defRPr>
            </a:lvl1pPr>
          </a:lstStyle>
          <a:p>
            <a:pPr lvl="0"/>
            <a:r>
              <a:rPr lang="de-DE" dirty="0" smtClean="0"/>
              <a:t>83.200.000,24</a:t>
            </a:r>
            <a:endParaRPr lang="de-DE" dirty="0"/>
          </a:p>
        </p:txBody>
      </p:sp>
      <p:sp>
        <p:nvSpPr>
          <p:cNvPr id="15" name="Textplatzhalter 14"/>
          <p:cNvSpPr>
            <a:spLocks noGrp="1"/>
          </p:cNvSpPr>
          <p:nvPr>
            <p:ph type="body" sz="quarter" idx="14" hasCustomPrompt="1"/>
          </p:nvPr>
        </p:nvSpPr>
        <p:spPr>
          <a:xfrm>
            <a:off x="1768475" y="4883051"/>
            <a:ext cx="8686800" cy="1428849"/>
          </a:xfrm>
        </p:spPr>
        <p:txBody>
          <a:bodyPr>
            <a:normAutofit/>
          </a:bodyPr>
          <a:lstStyle>
            <a:lvl1pPr marL="0" indent="0" algn="ctr">
              <a:buNone/>
              <a:defRPr sz="2000" i="1" baseline="0"/>
            </a:lvl1pPr>
          </a:lstStyle>
          <a:p>
            <a:pPr lvl="0"/>
            <a:r>
              <a:rPr lang="de-DE" dirty="0" smtClean="0"/>
              <a:t>Hier kann sich eine Erklärung zu der Zahl befinden.</a:t>
            </a:r>
            <a:endParaRPr lang="de-DE" dirty="0"/>
          </a:p>
        </p:txBody>
      </p:sp>
      <p:sp>
        <p:nvSpPr>
          <p:cNvPr id="3" name="Bildplatzhalter 2"/>
          <p:cNvSpPr>
            <a:spLocks noGrp="1"/>
          </p:cNvSpPr>
          <p:nvPr>
            <p:ph type="pic" sz="quarter" idx="15" hasCustomPrompt="1"/>
          </p:nvPr>
        </p:nvSpPr>
        <p:spPr>
          <a:xfrm>
            <a:off x="0" y="0"/>
            <a:ext cx="12192000" cy="3932238"/>
          </a:xfr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lvl1pPr>
          </a:lstStyle>
          <a:p>
            <a:r>
              <a:rPr lang="de-DE" dirty="0" smtClean="0"/>
              <a:t>Bild durch klick auf das Symbol hinzufügen und in den Hintergrund verschieben.</a:t>
            </a:r>
          </a:p>
          <a:p>
            <a:endParaRPr lang="de-DE" dirty="0"/>
          </a:p>
        </p:txBody>
      </p:sp>
    </p:spTree>
    <p:extLst>
      <p:ext uri="{BB962C8B-B14F-4D97-AF65-F5344CB8AC3E}">
        <p14:creationId xmlns:p14="http://schemas.microsoft.com/office/powerpoint/2010/main" val="357684346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Diagramm">
    <p:spTree>
      <p:nvGrpSpPr>
        <p:cNvPr id="1" name=""/>
        <p:cNvGrpSpPr/>
        <p:nvPr/>
      </p:nvGrpSpPr>
      <p:grpSpPr>
        <a:xfrm>
          <a:off x="0" y="0"/>
          <a:ext cx="0" cy="0"/>
          <a:chOff x="0" y="0"/>
          <a:chExt cx="0" cy="0"/>
        </a:xfrm>
      </p:grpSpPr>
      <p:pic>
        <p:nvPicPr>
          <p:cNvPr id="23" name="Grafik 22"/>
          <p:cNvPicPr>
            <a:picLocks noChangeAspect="1"/>
          </p:cNvPicPr>
          <p:nvPr userDrawn="1"/>
        </p:nvPicPr>
        <p:blipFill>
          <a:blip r:embed="rId2"/>
          <a:stretch>
            <a:fillRect/>
          </a:stretch>
        </p:blipFill>
        <p:spPr>
          <a:xfrm>
            <a:off x="-529" y="6070354"/>
            <a:ext cx="12193057" cy="792549"/>
          </a:xfrm>
          <a:prstGeom prst="rect">
            <a:avLst/>
          </a:prstGeom>
        </p:spPr>
      </p:pic>
      <p:pic>
        <p:nvPicPr>
          <p:cNvPr id="11" name="Grafik 10"/>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5" name="Datumsplatzhalter 4"/>
          <p:cNvSpPr>
            <a:spLocks noGrp="1"/>
          </p:cNvSpPr>
          <p:nvPr>
            <p:ph type="dt" sz="half" idx="10"/>
          </p:nvPr>
        </p:nvSpPr>
        <p:spPr/>
        <p:txBody>
          <a:bodyPr/>
          <a:lstStyle/>
          <a:p>
            <a:fld id="{37EBD2F8-3758-4848-936D-B687B1995CF5}" type="datetime1">
              <a:rPr lang="de-DE" smtClean="0"/>
              <a:t>26.06.2023</a:t>
            </a:fld>
            <a:endParaRPr lang="de-DE"/>
          </a:p>
        </p:txBody>
      </p:sp>
      <p:sp>
        <p:nvSpPr>
          <p:cNvPr id="6" name="Fußzeilenplatzhalter 5"/>
          <p:cNvSpPr>
            <a:spLocks noGrp="1"/>
          </p:cNvSpPr>
          <p:nvPr>
            <p:ph type="ftr" sz="quarter" idx="11"/>
          </p:nvPr>
        </p:nvSpPr>
        <p:spPr/>
        <p:txBody>
          <a:bodyPr/>
          <a:lstStyle/>
          <a:p>
            <a:r>
              <a:rPr lang="de-DE" smtClean="0"/>
              <a:t>Präsentationsthema</a:t>
            </a:r>
            <a:endParaRPr lang="de-DE"/>
          </a:p>
        </p:txBody>
      </p:sp>
      <p:sp>
        <p:nvSpPr>
          <p:cNvPr id="7" name="Foliennummernplatzhalter 6"/>
          <p:cNvSpPr>
            <a:spLocks noGrp="1"/>
          </p:cNvSpPr>
          <p:nvPr>
            <p:ph type="sldNum" sz="quarter" idx="12"/>
          </p:nvPr>
        </p:nvSpPr>
        <p:spPr/>
        <p:txBody>
          <a:bodyPr/>
          <a:lstStyle/>
          <a:p>
            <a:fld id="{220551C3-A462-45EE-8D4B-53AADAADD6D4}" type="slidenum">
              <a:rPr lang="de-DE" smtClean="0"/>
              <a:t>‹Nr.›</a:t>
            </a:fld>
            <a:endParaRPr lang="de-DE"/>
          </a:p>
        </p:txBody>
      </p:sp>
      <p:sp>
        <p:nvSpPr>
          <p:cNvPr id="10" name="T: Erläuterung"/>
          <p:cNvSpPr>
            <a:spLocks noGrp="1"/>
          </p:cNvSpPr>
          <p:nvPr>
            <p:ph type="body" sz="quarter" idx="13" hasCustomPrompt="1"/>
          </p:nvPr>
        </p:nvSpPr>
        <p:spPr>
          <a:xfrm>
            <a:off x="362422" y="1295857"/>
            <a:ext cx="11494616" cy="685344"/>
          </a:xfrm>
        </p:spPr>
        <p:txBody>
          <a:bodyPr>
            <a:noAutofit/>
          </a:bodyPr>
          <a:lstStyle>
            <a:lvl1pPr marL="0" indent="0">
              <a:buNone/>
              <a:defRPr sz="2400" i="1"/>
            </a:lvl1pPr>
          </a:lstStyle>
          <a:p>
            <a:r>
              <a:rPr lang="de-DE" dirty="0"/>
              <a:t>Hier ist Platz für einen erklärenden Text. Um ein anderes Diagramm anzulegen, klicken Sie mit </a:t>
            </a:r>
            <a:r>
              <a:rPr lang="de-DE" b="1" dirty="0"/>
              <a:t>Rechtsklick</a:t>
            </a:r>
            <a:r>
              <a:rPr lang="de-DE" dirty="0"/>
              <a:t> auf das Diagramm und wählen </a:t>
            </a:r>
            <a:r>
              <a:rPr lang="de-DE" b="1" dirty="0"/>
              <a:t>Diagrammtyp</a:t>
            </a:r>
            <a:r>
              <a:rPr lang="de-DE" dirty="0"/>
              <a:t> ändern.</a:t>
            </a:r>
          </a:p>
        </p:txBody>
      </p:sp>
      <p:sp>
        <p:nvSpPr>
          <p:cNvPr id="12" name="Titel 17"/>
          <p:cNvSpPr>
            <a:spLocks noGrp="1"/>
          </p:cNvSpPr>
          <p:nvPr>
            <p:ph type="title" hasCustomPrompt="1"/>
          </p:nvPr>
        </p:nvSpPr>
        <p:spPr>
          <a:xfrm>
            <a:off x="347893" y="549275"/>
            <a:ext cx="7173784" cy="700405"/>
          </a:xfrm>
        </p:spPr>
        <p:txBody>
          <a:bodyPr anchor="t" anchorCtr="0"/>
          <a:lstStyle>
            <a:lvl1pPr>
              <a:defRPr/>
            </a:lvl1pPr>
          </a:lstStyle>
          <a:p>
            <a:r>
              <a:rPr lang="de-DE" dirty="0" smtClean="0"/>
              <a:t>Diagramm</a:t>
            </a:r>
            <a:endParaRPr lang="de-DE" dirty="0"/>
          </a:p>
        </p:txBody>
      </p:sp>
      <p:sp>
        <p:nvSpPr>
          <p:cNvPr id="8" name="Textplatzhalter 7"/>
          <p:cNvSpPr>
            <a:spLocks noGrp="1"/>
          </p:cNvSpPr>
          <p:nvPr>
            <p:ph type="body" sz="quarter" idx="14" hasCustomPrompt="1"/>
          </p:nvPr>
        </p:nvSpPr>
        <p:spPr>
          <a:xfrm>
            <a:off x="8259762" y="2743199"/>
            <a:ext cx="3597275" cy="3527981"/>
          </a:xfrm>
        </p:spPr>
        <p:txBody>
          <a:bodyPr>
            <a:normAutofit/>
          </a:bodyPr>
          <a:lstStyle>
            <a:lvl1pPr>
              <a:defRPr sz="2200" baseline="0"/>
            </a:lvl1pPr>
          </a:lstStyle>
          <a:p>
            <a:pPr lvl="0"/>
            <a:r>
              <a:rPr lang="de-DE" dirty="0" smtClean="0"/>
              <a:t>Hier können zusätzliche Informationen aufgelistet werden</a:t>
            </a:r>
            <a:endParaRPr lang="de-DE" dirty="0"/>
          </a:p>
        </p:txBody>
      </p:sp>
    </p:spTree>
    <p:extLst>
      <p:ext uri="{BB962C8B-B14F-4D97-AF65-F5344CB8AC3E}">
        <p14:creationId xmlns:p14="http://schemas.microsoft.com/office/powerpoint/2010/main" val="262394158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abellenfolie">
    <p:spTree>
      <p:nvGrpSpPr>
        <p:cNvPr id="1" name=""/>
        <p:cNvGrpSpPr/>
        <p:nvPr/>
      </p:nvGrpSpPr>
      <p:grpSpPr>
        <a:xfrm>
          <a:off x="0" y="0"/>
          <a:ext cx="0" cy="0"/>
          <a:chOff x="0" y="0"/>
          <a:chExt cx="0" cy="0"/>
        </a:xfrm>
      </p:grpSpPr>
      <p:grpSp>
        <p:nvGrpSpPr>
          <p:cNvPr id="8" name="Gruppieren 7"/>
          <p:cNvGrpSpPr/>
          <p:nvPr userDrawn="1"/>
        </p:nvGrpSpPr>
        <p:grpSpPr>
          <a:xfrm>
            <a:off x="0" y="6083955"/>
            <a:ext cx="12192000" cy="792064"/>
            <a:chOff x="0" y="6083955"/>
            <a:chExt cx="12192000" cy="792064"/>
          </a:xfrm>
        </p:grpSpPr>
        <p:sp>
          <p:nvSpPr>
            <p:cNvPr id="9" name="Freihandform 8"/>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10" name="Grafik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pic>
        <p:nvPicPr>
          <p:cNvPr id="11" name="Grafik 10"/>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2" name="Titel 1"/>
          <p:cNvSpPr>
            <a:spLocks noGrp="1"/>
          </p:cNvSpPr>
          <p:nvPr>
            <p:ph type="title" hasCustomPrompt="1"/>
          </p:nvPr>
        </p:nvSpPr>
        <p:spPr>
          <a:xfrm>
            <a:off x="334962" y="588144"/>
            <a:ext cx="11522075" cy="680217"/>
          </a:xfrm>
        </p:spPr>
        <p:txBody>
          <a:bodyPr anchor="t" anchorCtr="0"/>
          <a:lstStyle>
            <a:lvl1pPr>
              <a:defRPr/>
            </a:lvl1pPr>
          </a:lstStyle>
          <a:p>
            <a:r>
              <a:rPr lang="de-DE" dirty="0" smtClean="0"/>
              <a:t>Tabelle</a:t>
            </a:r>
            <a:endParaRPr lang="de-DE" dirty="0"/>
          </a:p>
        </p:txBody>
      </p:sp>
      <p:sp>
        <p:nvSpPr>
          <p:cNvPr id="3" name="Datumsplatzhalter 2"/>
          <p:cNvSpPr>
            <a:spLocks noGrp="1"/>
          </p:cNvSpPr>
          <p:nvPr>
            <p:ph type="dt" sz="half" idx="10"/>
          </p:nvPr>
        </p:nvSpPr>
        <p:spPr/>
        <p:txBody>
          <a:bodyPr/>
          <a:lstStyle/>
          <a:p>
            <a:fld id="{1A0B7B53-5BEF-46CB-AA4D-6ABE8D6DBF1A}" type="datetime1">
              <a:rPr lang="de-DE" smtClean="0"/>
              <a:t>26.06.2023</a:t>
            </a:fld>
            <a:endParaRPr lang="de-DE"/>
          </a:p>
        </p:txBody>
      </p:sp>
      <p:sp>
        <p:nvSpPr>
          <p:cNvPr id="4" name="Fußzeilenplatzhalter 3"/>
          <p:cNvSpPr>
            <a:spLocks noGrp="1"/>
          </p:cNvSpPr>
          <p:nvPr>
            <p:ph type="ftr" sz="quarter" idx="11"/>
          </p:nvPr>
        </p:nvSpPr>
        <p:spPr/>
        <p:txBody>
          <a:bodyPr/>
          <a:lstStyle/>
          <a:p>
            <a:r>
              <a:rPr lang="de-DE" smtClean="0"/>
              <a:t>Präsentationsthema</a:t>
            </a:r>
            <a:endParaRPr lang="de-DE" dirty="0"/>
          </a:p>
        </p:txBody>
      </p:sp>
      <p:sp>
        <p:nvSpPr>
          <p:cNvPr id="5" name="Foliennummernplatzhalter 4"/>
          <p:cNvSpPr>
            <a:spLocks noGrp="1"/>
          </p:cNvSpPr>
          <p:nvPr>
            <p:ph type="sldNum" sz="quarter" idx="12"/>
          </p:nvPr>
        </p:nvSpPr>
        <p:spPr/>
        <p:txBody>
          <a:bodyPr/>
          <a:lstStyle/>
          <a:p>
            <a:fld id="{220551C3-A462-45EE-8D4B-53AADAADD6D4}" type="slidenum">
              <a:rPr lang="de-DE" smtClean="0"/>
              <a:t>‹Nr.›</a:t>
            </a:fld>
            <a:endParaRPr lang="de-DE"/>
          </a:p>
        </p:txBody>
      </p:sp>
      <p:sp>
        <p:nvSpPr>
          <p:cNvPr id="7" name="T: Erläuterung"/>
          <p:cNvSpPr>
            <a:spLocks noGrp="1"/>
          </p:cNvSpPr>
          <p:nvPr>
            <p:ph type="body" sz="quarter" idx="14"/>
          </p:nvPr>
        </p:nvSpPr>
        <p:spPr>
          <a:xfrm>
            <a:off x="347663" y="1209036"/>
            <a:ext cx="11436350" cy="924563"/>
          </a:xfrm>
        </p:spPr>
        <p:txBody>
          <a:bodyPr>
            <a:noAutofit/>
          </a:bodyPr>
          <a:lstStyle>
            <a:lvl1pPr marL="0" indent="0">
              <a:buNone/>
              <a:defRPr sz="2200" i="1"/>
            </a:lvl1pPr>
          </a:lstStyle>
          <a:p>
            <a:r>
              <a:rPr lang="de-DE" dirty="0"/>
              <a:t>Hier ist Platz für einen erklärenden Text. Bearbeiten Sie diese Tabelle oder legen Sie eine neue an. Um eine neue Tabelle anzulegen, entfernen Sie die vorhandene und klicken Sie im Anschluss auf das Tabellensymbol, um eine neue Tabelle nach Ihrem Bedarf zu konfigurieren.</a:t>
            </a:r>
          </a:p>
        </p:txBody>
      </p:sp>
    </p:spTree>
    <p:extLst>
      <p:ext uri="{BB962C8B-B14F-4D97-AF65-F5344CB8AC3E}">
        <p14:creationId xmlns:p14="http://schemas.microsoft.com/office/powerpoint/2010/main" val="237003537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abellenfolie_klassisch">
    <p:spTree>
      <p:nvGrpSpPr>
        <p:cNvPr id="1" name=""/>
        <p:cNvGrpSpPr/>
        <p:nvPr/>
      </p:nvGrpSpPr>
      <p:grpSpPr>
        <a:xfrm>
          <a:off x="0" y="0"/>
          <a:ext cx="0" cy="0"/>
          <a:chOff x="0" y="0"/>
          <a:chExt cx="0" cy="0"/>
        </a:xfrm>
      </p:grpSpPr>
      <p:grpSp>
        <p:nvGrpSpPr>
          <p:cNvPr id="8" name="Gruppieren 7"/>
          <p:cNvGrpSpPr/>
          <p:nvPr userDrawn="1"/>
        </p:nvGrpSpPr>
        <p:grpSpPr>
          <a:xfrm>
            <a:off x="0" y="6083955"/>
            <a:ext cx="12192000" cy="792064"/>
            <a:chOff x="0" y="6083955"/>
            <a:chExt cx="12192000" cy="792064"/>
          </a:xfrm>
        </p:grpSpPr>
        <p:sp>
          <p:nvSpPr>
            <p:cNvPr id="9" name="Freihandform 8"/>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10" name="Grafik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pic>
        <p:nvPicPr>
          <p:cNvPr id="11" name="Grafik 10"/>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2" name="Titel 1"/>
          <p:cNvSpPr>
            <a:spLocks noGrp="1"/>
          </p:cNvSpPr>
          <p:nvPr>
            <p:ph type="title" hasCustomPrompt="1"/>
          </p:nvPr>
        </p:nvSpPr>
        <p:spPr>
          <a:xfrm>
            <a:off x="334962" y="588144"/>
            <a:ext cx="11522075" cy="680217"/>
          </a:xfrm>
        </p:spPr>
        <p:txBody>
          <a:bodyPr anchor="t" anchorCtr="0"/>
          <a:lstStyle>
            <a:lvl1pPr>
              <a:defRPr/>
            </a:lvl1pPr>
          </a:lstStyle>
          <a:p>
            <a:r>
              <a:rPr lang="de-DE" dirty="0" smtClean="0"/>
              <a:t>Tabelle</a:t>
            </a:r>
            <a:endParaRPr lang="de-DE" dirty="0"/>
          </a:p>
        </p:txBody>
      </p:sp>
      <p:sp>
        <p:nvSpPr>
          <p:cNvPr id="3" name="Datumsplatzhalter 2"/>
          <p:cNvSpPr>
            <a:spLocks noGrp="1"/>
          </p:cNvSpPr>
          <p:nvPr>
            <p:ph type="dt" sz="half" idx="10"/>
          </p:nvPr>
        </p:nvSpPr>
        <p:spPr/>
        <p:txBody>
          <a:bodyPr/>
          <a:lstStyle/>
          <a:p>
            <a:fld id="{1A0B7B53-5BEF-46CB-AA4D-6ABE8D6DBF1A}" type="datetime1">
              <a:rPr lang="de-DE" smtClean="0"/>
              <a:t>26.06.2023</a:t>
            </a:fld>
            <a:endParaRPr lang="de-DE"/>
          </a:p>
        </p:txBody>
      </p:sp>
      <p:sp>
        <p:nvSpPr>
          <p:cNvPr id="4" name="Fußzeilenplatzhalter 3"/>
          <p:cNvSpPr>
            <a:spLocks noGrp="1"/>
          </p:cNvSpPr>
          <p:nvPr>
            <p:ph type="ftr" sz="quarter" idx="11"/>
          </p:nvPr>
        </p:nvSpPr>
        <p:spPr/>
        <p:txBody>
          <a:bodyPr/>
          <a:lstStyle/>
          <a:p>
            <a:r>
              <a:rPr lang="de-DE" smtClean="0"/>
              <a:t>Präsentationsthema</a:t>
            </a:r>
            <a:endParaRPr lang="de-DE" dirty="0"/>
          </a:p>
        </p:txBody>
      </p:sp>
      <p:sp>
        <p:nvSpPr>
          <p:cNvPr id="5" name="Foliennummernplatzhalter 4"/>
          <p:cNvSpPr>
            <a:spLocks noGrp="1"/>
          </p:cNvSpPr>
          <p:nvPr>
            <p:ph type="sldNum" sz="quarter" idx="12"/>
          </p:nvPr>
        </p:nvSpPr>
        <p:spPr/>
        <p:txBody>
          <a:bodyPr/>
          <a:lstStyle/>
          <a:p>
            <a:fld id="{220551C3-A462-45EE-8D4B-53AADAADD6D4}" type="slidenum">
              <a:rPr lang="de-DE" smtClean="0"/>
              <a:t>‹Nr.›</a:t>
            </a:fld>
            <a:endParaRPr lang="de-DE"/>
          </a:p>
        </p:txBody>
      </p:sp>
      <p:sp>
        <p:nvSpPr>
          <p:cNvPr id="7" name="T: Erläuterung"/>
          <p:cNvSpPr>
            <a:spLocks noGrp="1"/>
          </p:cNvSpPr>
          <p:nvPr>
            <p:ph type="body" sz="quarter" idx="14"/>
          </p:nvPr>
        </p:nvSpPr>
        <p:spPr>
          <a:xfrm>
            <a:off x="347663" y="1209036"/>
            <a:ext cx="11436350" cy="924563"/>
          </a:xfrm>
        </p:spPr>
        <p:txBody>
          <a:bodyPr>
            <a:noAutofit/>
          </a:bodyPr>
          <a:lstStyle>
            <a:lvl1pPr marL="0" indent="0">
              <a:buNone/>
              <a:defRPr sz="2200" i="1"/>
            </a:lvl1pPr>
          </a:lstStyle>
          <a:p>
            <a:r>
              <a:rPr lang="de-DE" dirty="0"/>
              <a:t>Hier ist Platz für einen erklärenden Text. Bearbeiten Sie diese Tabelle oder legen Sie eine neue an. Um eine neue Tabelle anzulegen, entfernen Sie die vorhandene und klicken Sie im Anschluss auf das Tabellensymbol, um eine neue Tabelle nach Ihrem Bedarf zu konfigurieren.</a:t>
            </a:r>
          </a:p>
        </p:txBody>
      </p:sp>
    </p:spTree>
    <p:extLst>
      <p:ext uri="{BB962C8B-B14F-4D97-AF65-F5344CB8AC3E}">
        <p14:creationId xmlns:p14="http://schemas.microsoft.com/office/powerpoint/2010/main" val="217791686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Ablauf Zeitstrahl">
    <p:spTree>
      <p:nvGrpSpPr>
        <p:cNvPr id="1" name=""/>
        <p:cNvGrpSpPr/>
        <p:nvPr/>
      </p:nvGrpSpPr>
      <p:grpSpPr>
        <a:xfrm>
          <a:off x="0" y="0"/>
          <a:ext cx="0" cy="0"/>
          <a:chOff x="0" y="0"/>
          <a:chExt cx="0" cy="0"/>
        </a:xfrm>
      </p:grpSpPr>
      <p:pic>
        <p:nvPicPr>
          <p:cNvPr id="2" name="Grafik 1"/>
          <p:cNvPicPr>
            <a:picLocks noChangeAspect="1"/>
          </p:cNvPicPr>
          <p:nvPr userDrawn="1"/>
        </p:nvPicPr>
        <p:blipFill>
          <a:blip r:embed="rId2"/>
          <a:stretch>
            <a:fillRect/>
          </a:stretch>
        </p:blipFill>
        <p:spPr>
          <a:xfrm>
            <a:off x="-529" y="6069612"/>
            <a:ext cx="12193057" cy="792549"/>
          </a:xfrm>
          <a:prstGeom prst="rect">
            <a:avLst/>
          </a:prstGeom>
        </p:spPr>
      </p:pic>
      <p:sp>
        <p:nvSpPr>
          <p:cNvPr id="5" name="Datumsplatzhalter 4"/>
          <p:cNvSpPr>
            <a:spLocks noGrp="1"/>
          </p:cNvSpPr>
          <p:nvPr>
            <p:ph type="dt" sz="half" idx="10"/>
          </p:nvPr>
        </p:nvSpPr>
        <p:spPr/>
        <p:txBody>
          <a:bodyPr/>
          <a:lstStyle/>
          <a:p>
            <a:fld id="{09A41F59-D1B4-47FC-9829-347B78D65809}" type="datetime1">
              <a:rPr lang="de-DE" smtClean="0"/>
              <a:t>26.06.2023</a:t>
            </a:fld>
            <a:endParaRPr lang="de-DE"/>
          </a:p>
        </p:txBody>
      </p:sp>
      <p:sp>
        <p:nvSpPr>
          <p:cNvPr id="6" name="Fußzeilenplatzhalter 5"/>
          <p:cNvSpPr>
            <a:spLocks noGrp="1"/>
          </p:cNvSpPr>
          <p:nvPr>
            <p:ph type="ftr" sz="quarter" idx="11"/>
          </p:nvPr>
        </p:nvSpPr>
        <p:spPr/>
        <p:txBody>
          <a:bodyPr/>
          <a:lstStyle/>
          <a:p>
            <a:r>
              <a:rPr lang="de-DE" smtClean="0"/>
              <a:t>Präsentationsthema</a:t>
            </a:r>
            <a:endParaRPr lang="de-DE"/>
          </a:p>
        </p:txBody>
      </p:sp>
      <p:sp>
        <p:nvSpPr>
          <p:cNvPr id="7" name="Foliennummernplatzhalter 6"/>
          <p:cNvSpPr>
            <a:spLocks noGrp="1"/>
          </p:cNvSpPr>
          <p:nvPr>
            <p:ph type="sldNum" sz="quarter" idx="12"/>
          </p:nvPr>
        </p:nvSpPr>
        <p:spPr/>
        <p:txBody>
          <a:bodyPr/>
          <a:lstStyle/>
          <a:p>
            <a:fld id="{220551C3-A462-45EE-8D4B-53AADAADD6D4}" type="slidenum">
              <a:rPr lang="de-DE" smtClean="0"/>
              <a:t>‹Nr.›</a:t>
            </a:fld>
            <a:endParaRPr lang="de-DE"/>
          </a:p>
        </p:txBody>
      </p:sp>
    </p:spTree>
    <p:extLst>
      <p:ext uri="{BB962C8B-B14F-4D97-AF65-F5344CB8AC3E}">
        <p14:creationId xmlns:p14="http://schemas.microsoft.com/office/powerpoint/2010/main" val="97489763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Wochenplan">
    <p:spTree>
      <p:nvGrpSpPr>
        <p:cNvPr id="1" name=""/>
        <p:cNvGrpSpPr/>
        <p:nvPr/>
      </p:nvGrpSpPr>
      <p:grpSpPr>
        <a:xfrm>
          <a:off x="0" y="0"/>
          <a:ext cx="0" cy="0"/>
          <a:chOff x="0" y="0"/>
          <a:chExt cx="0" cy="0"/>
        </a:xfrm>
      </p:grpSpPr>
      <p:pic>
        <p:nvPicPr>
          <p:cNvPr id="2" name="Grafik 1"/>
          <p:cNvPicPr>
            <a:picLocks noChangeAspect="1"/>
          </p:cNvPicPr>
          <p:nvPr userDrawn="1"/>
        </p:nvPicPr>
        <p:blipFill>
          <a:blip r:embed="rId2"/>
          <a:stretch>
            <a:fillRect/>
          </a:stretch>
        </p:blipFill>
        <p:spPr>
          <a:xfrm>
            <a:off x="-529" y="6069612"/>
            <a:ext cx="12193057" cy="792549"/>
          </a:xfrm>
          <a:prstGeom prst="rect">
            <a:avLst/>
          </a:prstGeom>
        </p:spPr>
      </p:pic>
      <p:sp>
        <p:nvSpPr>
          <p:cNvPr id="5" name="Datumsplatzhalter 4"/>
          <p:cNvSpPr>
            <a:spLocks noGrp="1"/>
          </p:cNvSpPr>
          <p:nvPr>
            <p:ph type="dt" sz="half" idx="10"/>
          </p:nvPr>
        </p:nvSpPr>
        <p:spPr/>
        <p:txBody>
          <a:bodyPr/>
          <a:lstStyle/>
          <a:p>
            <a:fld id="{75A80F1E-E73D-4A41-9363-48042CF4C8E0}" type="datetime1">
              <a:rPr lang="de-DE" smtClean="0"/>
              <a:t>26.06.2023</a:t>
            </a:fld>
            <a:endParaRPr lang="de-DE"/>
          </a:p>
        </p:txBody>
      </p:sp>
      <p:sp>
        <p:nvSpPr>
          <p:cNvPr id="6" name="Fußzeilenplatzhalter 5"/>
          <p:cNvSpPr>
            <a:spLocks noGrp="1"/>
          </p:cNvSpPr>
          <p:nvPr>
            <p:ph type="ftr" sz="quarter" idx="11"/>
          </p:nvPr>
        </p:nvSpPr>
        <p:spPr/>
        <p:txBody>
          <a:bodyPr/>
          <a:lstStyle/>
          <a:p>
            <a:r>
              <a:rPr lang="de-DE" smtClean="0"/>
              <a:t>Präsentationsthema</a:t>
            </a:r>
            <a:endParaRPr lang="de-DE"/>
          </a:p>
        </p:txBody>
      </p:sp>
      <p:sp>
        <p:nvSpPr>
          <p:cNvPr id="7" name="Foliennummernplatzhalter 6"/>
          <p:cNvSpPr>
            <a:spLocks noGrp="1"/>
          </p:cNvSpPr>
          <p:nvPr>
            <p:ph type="sldNum" sz="quarter" idx="12"/>
          </p:nvPr>
        </p:nvSpPr>
        <p:spPr/>
        <p:txBody>
          <a:bodyPr/>
          <a:lstStyle/>
          <a:p>
            <a:fld id="{220551C3-A462-45EE-8D4B-53AADAADD6D4}" type="slidenum">
              <a:rPr lang="de-DE" smtClean="0"/>
              <a:t>‹Nr.›</a:t>
            </a:fld>
            <a:endParaRPr lang="de-DE"/>
          </a:p>
        </p:txBody>
      </p:sp>
    </p:spTree>
    <p:extLst>
      <p:ext uri="{BB962C8B-B14F-4D97-AF65-F5344CB8AC3E}">
        <p14:creationId xmlns:p14="http://schemas.microsoft.com/office/powerpoint/2010/main" val="304730117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Monatsplan">
    <p:spTree>
      <p:nvGrpSpPr>
        <p:cNvPr id="1" name=""/>
        <p:cNvGrpSpPr/>
        <p:nvPr/>
      </p:nvGrpSpPr>
      <p:grpSpPr>
        <a:xfrm>
          <a:off x="0" y="0"/>
          <a:ext cx="0" cy="0"/>
          <a:chOff x="0" y="0"/>
          <a:chExt cx="0" cy="0"/>
        </a:xfrm>
      </p:grpSpPr>
      <p:pic>
        <p:nvPicPr>
          <p:cNvPr id="2" name="Grafik 1"/>
          <p:cNvPicPr>
            <a:picLocks noChangeAspect="1"/>
          </p:cNvPicPr>
          <p:nvPr userDrawn="1"/>
        </p:nvPicPr>
        <p:blipFill>
          <a:blip r:embed="rId2"/>
          <a:stretch>
            <a:fillRect/>
          </a:stretch>
        </p:blipFill>
        <p:spPr>
          <a:xfrm>
            <a:off x="-529" y="6069612"/>
            <a:ext cx="12193057" cy="792549"/>
          </a:xfrm>
          <a:prstGeom prst="rect">
            <a:avLst/>
          </a:prstGeom>
        </p:spPr>
      </p:pic>
      <p:sp>
        <p:nvSpPr>
          <p:cNvPr id="5" name="Datumsplatzhalter 4"/>
          <p:cNvSpPr>
            <a:spLocks noGrp="1"/>
          </p:cNvSpPr>
          <p:nvPr>
            <p:ph type="dt" sz="half" idx="10"/>
          </p:nvPr>
        </p:nvSpPr>
        <p:spPr/>
        <p:txBody>
          <a:bodyPr/>
          <a:lstStyle/>
          <a:p>
            <a:fld id="{4DB0B0BF-0278-4808-BA5F-2CB548659F1D}" type="datetime1">
              <a:rPr lang="de-DE" smtClean="0"/>
              <a:t>26.06.2023</a:t>
            </a:fld>
            <a:endParaRPr lang="de-DE"/>
          </a:p>
        </p:txBody>
      </p:sp>
      <p:sp>
        <p:nvSpPr>
          <p:cNvPr id="6" name="Fußzeilenplatzhalter 5"/>
          <p:cNvSpPr>
            <a:spLocks noGrp="1"/>
          </p:cNvSpPr>
          <p:nvPr>
            <p:ph type="ftr" sz="quarter" idx="11"/>
          </p:nvPr>
        </p:nvSpPr>
        <p:spPr/>
        <p:txBody>
          <a:bodyPr/>
          <a:lstStyle/>
          <a:p>
            <a:r>
              <a:rPr lang="de-DE" smtClean="0"/>
              <a:t>Präsentationsthema</a:t>
            </a:r>
            <a:endParaRPr lang="de-DE"/>
          </a:p>
        </p:txBody>
      </p:sp>
      <p:sp>
        <p:nvSpPr>
          <p:cNvPr id="7" name="Foliennummernplatzhalter 6"/>
          <p:cNvSpPr>
            <a:spLocks noGrp="1"/>
          </p:cNvSpPr>
          <p:nvPr>
            <p:ph type="sldNum" sz="quarter" idx="12"/>
          </p:nvPr>
        </p:nvSpPr>
        <p:spPr/>
        <p:txBody>
          <a:bodyPr/>
          <a:lstStyle/>
          <a:p>
            <a:fld id="{220551C3-A462-45EE-8D4B-53AADAADD6D4}" type="slidenum">
              <a:rPr lang="de-DE" smtClean="0"/>
              <a:t>‹Nr.›</a:t>
            </a:fld>
            <a:endParaRPr lang="de-DE"/>
          </a:p>
        </p:txBody>
      </p:sp>
    </p:spTree>
    <p:extLst>
      <p:ext uri="{BB962C8B-B14F-4D97-AF65-F5344CB8AC3E}">
        <p14:creationId xmlns:p14="http://schemas.microsoft.com/office/powerpoint/2010/main" val="655725272"/>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Blanko">
    <p:spTree>
      <p:nvGrpSpPr>
        <p:cNvPr id="1" name=""/>
        <p:cNvGrpSpPr/>
        <p:nvPr/>
      </p:nvGrpSpPr>
      <p:grpSpPr>
        <a:xfrm>
          <a:off x="0" y="0"/>
          <a:ext cx="0" cy="0"/>
          <a:chOff x="0" y="0"/>
          <a:chExt cx="0" cy="0"/>
        </a:xfrm>
      </p:grpSpPr>
      <p:pic>
        <p:nvPicPr>
          <p:cNvPr id="2" name="Grafik 1"/>
          <p:cNvPicPr>
            <a:picLocks noChangeAspect="1"/>
          </p:cNvPicPr>
          <p:nvPr userDrawn="1"/>
        </p:nvPicPr>
        <p:blipFill>
          <a:blip r:embed="rId2"/>
          <a:stretch>
            <a:fillRect/>
          </a:stretch>
        </p:blipFill>
        <p:spPr>
          <a:xfrm>
            <a:off x="-529" y="6069612"/>
            <a:ext cx="12193057" cy="792549"/>
          </a:xfrm>
          <a:prstGeom prst="rect">
            <a:avLst/>
          </a:prstGeom>
        </p:spPr>
      </p:pic>
      <p:sp>
        <p:nvSpPr>
          <p:cNvPr id="5" name="Datumsplatzhalter 4"/>
          <p:cNvSpPr>
            <a:spLocks noGrp="1"/>
          </p:cNvSpPr>
          <p:nvPr>
            <p:ph type="dt" sz="half" idx="10"/>
          </p:nvPr>
        </p:nvSpPr>
        <p:spPr/>
        <p:txBody>
          <a:bodyPr/>
          <a:lstStyle/>
          <a:p>
            <a:fld id="{4DB0B0BF-0278-4808-BA5F-2CB548659F1D}" type="datetime1">
              <a:rPr lang="de-DE" smtClean="0"/>
              <a:t>26.06.2023</a:t>
            </a:fld>
            <a:endParaRPr lang="de-DE"/>
          </a:p>
        </p:txBody>
      </p:sp>
      <p:sp>
        <p:nvSpPr>
          <p:cNvPr id="6" name="Fußzeilenplatzhalter 5"/>
          <p:cNvSpPr>
            <a:spLocks noGrp="1"/>
          </p:cNvSpPr>
          <p:nvPr>
            <p:ph type="ftr" sz="quarter" idx="11"/>
          </p:nvPr>
        </p:nvSpPr>
        <p:spPr/>
        <p:txBody>
          <a:bodyPr/>
          <a:lstStyle/>
          <a:p>
            <a:r>
              <a:rPr lang="de-DE" smtClean="0"/>
              <a:t>Präsentationsthema</a:t>
            </a:r>
            <a:endParaRPr lang="de-DE"/>
          </a:p>
        </p:txBody>
      </p:sp>
      <p:sp>
        <p:nvSpPr>
          <p:cNvPr id="7" name="Foliennummernplatzhalter 6"/>
          <p:cNvSpPr>
            <a:spLocks noGrp="1"/>
          </p:cNvSpPr>
          <p:nvPr>
            <p:ph type="sldNum" sz="quarter" idx="12"/>
          </p:nvPr>
        </p:nvSpPr>
        <p:spPr/>
        <p:txBody>
          <a:bodyPr/>
          <a:lstStyle/>
          <a:p>
            <a:fld id="{220551C3-A462-45EE-8D4B-53AADAADD6D4}" type="slidenum">
              <a:rPr lang="de-DE" smtClean="0"/>
              <a:t>‹Nr.›</a:t>
            </a:fld>
            <a:endParaRPr lang="de-DE"/>
          </a:p>
        </p:txBody>
      </p:sp>
    </p:spTree>
    <p:extLst>
      <p:ext uri="{BB962C8B-B14F-4D97-AF65-F5344CB8AC3E}">
        <p14:creationId xmlns:p14="http://schemas.microsoft.com/office/powerpoint/2010/main" val="3782313518"/>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Aufgabenblatt">
    <p:spTree>
      <p:nvGrpSpPr>
        <p:cNvPr id="1" name=""/>
        <p:cNvGrpSpPr/>
        <p:nvPr/>
      </p:nvGrpSpPr>
      <p:grpSpPr>
        <a:xfrm>
          <a:off x="0" y="0"/>
          <a:ext cx="0" cy="0"/>
          <a:chOff x="0" y="0"/>
          <a:chExt cx="0" cy="0"/>
        </a:xfrm>
      </p:grpSpPr>
      <p:grpSp>
        <p:nvGrpSpPr>
          <p:cNvPr id="8" name="Gruppieren 7"/>
          <p:cNvGrpSpPr/>
          <p:nvPr userDrawn="1"/>
        </p:nvGrpSpPr>
        <p:grpSpPr>
          <a:xfrm>
            <a:off x="-13606" y="549275"/>
            <a:ext cx="12205606" cy="6351728"/>
            <a:chOff x="-13606" y="532132"/>
            <a:chExt cx="12205606" cy="6351728"/>
          </a:xfrm>
        </p:grpSpPr>
        <p:sp>
          <p:nvSpPr>
            <p:cNvPr id="9" name="Freihandform 8"/>
            <p:cNvSpPr/>
            <p:nvPr userDrawn="1"/>
          </p:nvSpPr>
          <p:spPr>
            <a:xfrm>
              <a:off x="-13606" y="580257"/>
              <a:ext cx="12205606" cy="6303603"/>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 name="connsiteX0" fmla="*/ 9427 w 12201427"/>
                <a:gd name="connsiteY0" fmla="*/ 0 h 6347333"/>
                <a:gd name="connsiteX1" fmla="*/ 3463696 w 12201427"/>
                <a:gd name="connsiteY1" fmla="*/ 0 h 6347333"/>
                <a:gd name="connsiteX2" fmla="*/ 3834517 w 12201427"/>
                <a:gd name="connsiteY2" fmla="*/ 351771 h 6347333"/>
                <a:gd name="connsiteX3" fmla="*/ 4205337 w 12201427"/>
                <a:gd name="connsiteY3" fmla="*/ 0 h 6347333"/>
                <a:gd name="connsiteX4" fmla="*/ 12201427 w 12201427"/>
                <a:gd name="connsiteY4" fmla="*/ 0 h 6347333"/>
                <a:gd name="connsiteX5" fmla="*/ 12201427 w 12201427"/>
                <a:gd name="connsiteY5" fmla="*/ 757238 h 6347333"/>
                <a:gd name="connsiteX6" fmla="*/ 0 w 12201427"/>
                <a:gd name="connsiteY6" fmla="*/ 6347333 h 6347333"/>
                <a:gd name="connsiteX7" fmla="*/ 9427 w 12201427"/>
                <a:gd name="connsiteY7" fmla="*/ 0 h 6347333"/>
                <a:gd name="connsiteX0" fmla="*/ 9427 w 12201427"/>
                <a:gd name="connsiteY0" fmla="*/ 0 h 6347333"/>
                <a:gd name="connsiteX1" fmla="*/ 3463696 w 12201427"/>
                <a:gd name="connsiteY1" fmla="*/ 0 h 6347333"/>
                <a:gd name="connsiteX2" fmla="*/ 3834517 w 12201427"/>
                <a:gd name="connsiteY2" fmla="*/ 351771 h 6347333"/>
                <a:gd name="connsiteX3" fmla="*/ 4205337 w 12201427"/>
                <a:gd name="connsiteY3" fmla="*/ 0 h 6347333"/>
                <a:gd name="connsiteX4" fmla="*/ 12201427 w 12201427"/>
                <a:gd name="connsiteY4" fmla="*/ 0 h 6347333"/>
                <a:gd name="connsiteX5" fmla="*/ 12201427 w 12201427"/>
                <a:gd name="connsiteY5" fmla="*/ 6319052 h 6347333"/>
                <a:gd name="connsiteX6" fmla="*/ 0 w 12201427"/>
                <a:gd name="connsiteY6" fmla="*/ 6347333 h 6347333"/>
                <a:gd name="connsiteX7" fmla="*/ 9427 w 12201427"/>
                <a:gd name="connsiteY7" fmla="*/ 0 h 6347333"/>
                <a:gd name="connsiteX0" fmla="*/ 908 w 12192908"/>
                <a:gd name="connsiteY0" fmla="*/ 0 h 6319052"/>
                <a:gd name="connsiteX1" fmla="*/ 3455177 w 12192908"/>
                <a:gd name="connsiteY1" fmla="*/ 0 h 6319052"/>
                <a:gd name="connsiteX2" fmla="*/ 3825998 w 12192908"/>
                <a:gd name="connsiteY2" fmla="*/ 351771 h 6319052"/>
                <a:gd name="connsiteX3" fmla="*/ 4196818 w 12192908"/>
                <a:gd name="connsiteY3" fmla="*/ 0 h 6319052"/>
                <a:gd name="connsiteX4" fmla="*/ 12192908 w 12192908"/>
                <a:gd name="connsiteY4" fmla="*/ 0 h 6319052"/>
                <a:gd name="connsiteX5" fmla="*/ 12192908 w 12192908"/>
                <a:gd name="connsiteY5" fmla="*/ 6319052 h 6319052"/>
                <a:gd name="connsiteX6" fmla="*/ 908 w 12192908"/>
                <a:gd name="connsiteY6" fmla="*/ 5640322 h 6319052"/>
                <a:gd name="connsiteX7" fmla="*/ 908 w 12192908"/>
                <a:gd name="connsiteY7" fmla="*/ 0 h 6319052"/>
                <a:gd name="connsiteX0" fmla="*/ 9427 w 12201427"/>
                <a:gd name="connsiteY0" fmla="*/ 0 h 6319052"/>
                <a:gd name="connsiteX1" fmla="*/ 3463696 w 12201427"/>
                <a:gd name="connsiteY1" fmla="*/ 0 h 6319052"/>
                <a:gd name="connsiteX2" fmla="*/ 3834517 w 12201427"/>
                <a:gd name="connsiteY2" fmla="*/ 351771 h 6319052"/>
                <a:gd name="connsiteX3" fmla="*/ 4205337 w 12201427"/>
                <a:gd name="connsiteY3" fmla="*/ 0 h 6319052"/>
                <a:gd name="connsiteX4" fmla="*/ 12201427 w 12201427"/>
                <a:gd name="connsiteY4" fmla="*/ 0 h 6319052"/>
                <a:gd name="connsiteX5" fmla="*/ 12201427 w 12201427"/>
                <a:gd name="connsiteY5" fmla="*/ 6319052 h 6319052"/>
                <a:gd name="connsiteX6" fmla="*/ 0 w 12201427"/>
                <a:gd name="connsiteY6" fmla="*/ 5414079 h 6319052"/>
                <a:gd name="connsiteX7" fmla="*/ 9427 w 12201427"/>
                <a:gd name="connsiteY7" fmla="*/ 0 h 6319052"/>
                <a:gd name="connsiteX0" fmla="*/ 9427 w 12201427"/>
                <a:gd name="connsiteY0" fmla="*/ 0 h 5630896"/>
                <a:gd name="connsiteX1" fmla="*/ 3463696 w 12201427"/>
                <a:gd name="connsiteY1" fmla="*/ 0 h 5630896"/>
                <a:gd name="connsiteX2" fmla="*/ 3834517 w 12201427"/>
                <a:gd name="connsiteY2" fmla="*/ 351771 h 5630896"/>
                <a:gd name="connsiteX3" fmla="*/ 4205337 w 12201427"/>
                <a:gd name="connsiteY3" fmla="*/ 0 h 5630896"/>
                <a:gd name="connsiteX4" fmla="*/ 12201427 w 12201427"/>
                <a:gd name="connsiteY4" fmla="*/ 0 h 5630896"/>
                <a:gd name="connsiteX5" fmla="*/ 12144866 w 12201427"/>
                <a:gd name="connsiteY5" fmla="*/ 5630896 h 5630896"/>
                <a:gd name="connsiteX6" fmla="*/ 0 w 12201427"/>
                <a:gd name="connsiteY6" fmla="*/ 5414079 h 5630896"/>
                <a:gd name="connsiteX7" fmla="*/ 9427 w 12201427"/>
                <a:gd name="connsiteY7" fmla="*/ 0 h 5630896"/>
                <a:gd name="connsiteX0" fmla="*/ 9427 w 12201427"/>
                <a:gd name="connsiteY0" fmla="*/ 0 h 5659176"/>
                <a:gd name="connsiteX1" fmla="*/ 3463696 w 12201427"/>
                <a:gd name="connsiteY1" fmla="*/ 0 h 5659176"/>
                <a:gd name="connsiteX2" fmla="*/ 3834517 w 12201427"/>
                <a:gd name="connsiteY2" fmla="*/ 351771 h 5659176"/>
                <a:gd name="connsiteX3" fmla="*/ 4205337 w 12201427"/>
                <a:gd name="connsiteY3" fmla="*/ 0 h 5659176"/>
                <a:gd name="connsiteX4" fmla="*/ 12201427 w 12201427"/>
                <a:gd name="connsiteY4" fmla="*/ 0 h 5659176"/>
                <a:gd name="connsiteX5" fmla="*/ 12192000 w 12201427"/>
                <a:gd name="connsiteY5" fmla="*/ 5659176 h 5659176"/>
                <a:gd name="connsiteX6" fmla="*/ 0 w 12201427"/>
                <a:gd name="connsiteY6" fmla="*/ 5414079 h 5659176"/>
                <a:gd name="connsiteX7" fmla="*/ 9427 w 12201427"/>
                <a:gd name="connsiteY7" fmla="*/ 0 h 5659176"/>
                <a:gd name="connsiteX0" fmla="*/ 908 w 12192908"/>
                <a:gd name="connsiteY0" fmla="*/ 0 h 5659176"/>
                <a:gd name="connsiteX1" fmla="*/ 3455177 w 12192908"/>
                <a:gd name="connsiteY1" fmla="*/ 0 h 5659176"/>
                <a:gd name="connsiteX2" fmla="*/ 3825998 w 12192908"/>
                <a:gd name="connsiteY2" fmla="*/ 351771 h 5659176"/>
                <a:gd name="connsiteX3" fmla="*/ 4196818 w 12192908"/>
                <a:gd name="connsiteY3" fmla="*/ 0 h 5659176"/>
                <a:gd name="connsiteX4" fmla="*/ 12192908 w 12192908"/>
                <a:gd name="connsiteY4" fmla="*/ 0 h 5659176"/>
                <a:gd name="connsiteX5" fmla="*/ 12183481 w 12192908"/>
                <a:gd name="connsiteY5" fmla="*/ 5659176 h 5659176"/>
                <a:gd name="connsiteX6" fmla="*/ 908 w 12192908"/>
                <a:gd name="connsiteY6" fmla="*/ 5630895 h 5659176"/>
                <a:gd name="connsiteX7" fmla="*/ 908 w 12192908"/>
                <a:gd name="connsiteY7" fmla="*/ 0 h 5659176"/>
                <a:gd name="connsiteX0" fmla="*/ 908 w 12193814"/>
                <a:gd name="connsiteY0" fmla="*/ 0 h 5668603"/>
                <a:gd name="connsiteX1" fmla="*/ 3455177 w 12193814"/>
                <a:gd name="connsiteY1" fmla="*/ 0 h 5668603"/>
                <a:gd name="connsiteX2" fmla="*/ 3825998 w 12193814"/>
                <a:gd name="connsiteY2" fmla="*/ 351771 h 5668603"/>
                <a:gd name="connsiteX3" fmla="*/ 4196818 w 12193814"/>
                <a:gd name="connsiteY3" fmla="*/ 0 h 5668603"/>
                <a:gd name="connsiteX4" fmla="*/ 12192908 w 12193814"/>
                <a:gd name="connsiteY4" fmla="*/ 0 h 5668603"/>
                <a:gd name="connsiteX5" fmla="*/ 12192907 w 12193814"/>
                <a:gd name="connsiteY5" fmla="*/ 5668603 h 5668603"/>
                <a:gd name="connsiteX6" fmla="*/ 908 w 12193814"/>
                <a:gd name="connsiteY6" fmla="*/ 5630895 h 5668603"/>
                <a:gd name="connsiteX7" fmla="*/ 908 w 12193814"/>
                <a:gd name="connsiteY7" fmla="*/ 0 h 5668603"/>
                <a:gd name="connsiteX0" fmla="*/ 12700 w 12205606"/>
                <a:gd name="connsiteY0" fmla="*/ 0 h 6278779"/>
                <a:gd name="connsiteX1" fmla="*/ 3466969 w 12205606"/>
                <a:gd name="connsiteY1" fmla="*/ 0 h 6278779"/>
                <a:gd name="connsiteX2" fmla="*/ 3837790 w 12205606"/>
                <a:gd name="connsiteY2" fmla="*/ 351771 h 6278779"/>
                <a:gd name="connsiteX3" fmla="*/ 4208610 w 12205606"/>
                <a:gd name="connsiteY3" fmla="*/ 0 h 6278779"/>
                <a:gd name="connsiteX4" fmla="*/ 12204700 w 12205606"/>
                <a:gd name="connsiteY4" fmla="*/ 0 h 6278779"/>
                <a:gd name="connsiteX5" fmla="*/ 12204699 w 12205606"/>
                <a:gd name="connsiteY5" fmla="*/ 5668603 h 6278779"/>
                <a:gd name="connsiteX6" fmla="*/ 0 w 12205606"/>
                <a:gd name="connsiteY6" fmla="*/ 6278595 h 6278779"/>
                <a:gd name="connsiteX7" fmla="*/ 12700 w 12205606"/>
                <a:gd name="connsiteY7" fmla="*/ 0 h 6278779"/>
                <a:gd name="connsiteX0" fmla="*/ 12700 w 12205606"/>
                <a:gd name="connsiteY0" fmla="*/ 0 h 6303603"/>
                <a:gd name="connsiteX1" fmla="*/ 3466969 w 12205606"/>
                <a:gd name="connsiteY1" fmla="*/ 0 h 6303603"/>
                <a:gd name="connsiteX2" fmla="*/ 3837790 w 12205606"/>
                <a:gd name="connsiteY2" fmla="*/ 351771 h 6303603"/>
                <a:gd name="connsiteX3" fmla="*/ 4208610 w 12205606"/>
                <a:gd name="connsiteY3" fmla="*/ 0 h 6303603"/>
                <a:gd name="connsiteX4" fmla="*/ 12204700 w 12205606"/>
                <a:gd name="connsiteY4" fmla="*/ 0 h 6303603"/>
                <a:gd name="connsiteX5" fmla="*/ 12204699 w 12205606"/>
                <a:gd name="connsiteY5" fmla="*/ 6303603 h 6303603"/>
                <a:gd name="connsiteX6" fmla="*/ 0 w 12205606"/>
                <a:gd name="connsiteY6" fmla="*/ 6278595 h 6303603"/>
                <a:gd name="connsiteX7" fmla="*/ 12700 w 12205606"/>
                <a:gd name="connsiteY7" fmla="*/ 0 h 6303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205606" h="6303603">
                  <a:moveTo>
                    <a:pt x="12700" y="0"/>
                  </a:moveTo>
                  <a:lnTo>
                    <a:pt x="3466969" y="0"/>
                  </a:lnTo>
                  <a:lnTo>
                    <a:pt x="3837790" y="351771"/>
                  </a:lnTo>
                  <a:lnTo>
                    <a:pt x="4208610" y="0"/>
                  </a:lnTo>
                  <a:lnTo>
                    <a:pt x="12204700" y="0"/>
                  </a:lnTo>
                  <a:cubicBezTo>
                    <a:pt x="12201558" y="1886392"/>
                    <a:pt x="12207841" y="4417211"/>
                    <a:pt x="12204699" y="6303603"/>
                  </a:cubicBezTo>
                  <a:lnTo>
                    <a:pt x="0" y="6278595"/>
                  </a:lnTo>
                  <a:cubicBezTo>
                    <a:pt x="3142" y="4162817"/>
                    <a:pt x="9558" y="2115778"/>
                    <a:pt x="12700" y="0"/>
                  </a:cubicBez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10" name="Grafik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532132"/>
              <a:ext cx="12192000" cy="409956"/>
            </a:xfrm>
            <a:prstGeom prst="rect">
              <a:avLst/>
            </a:prstGeom>
          </p:spPr>
        </p:pic>
      </p:grpSp>
      <p:pic>
        <p:nvPicPr>
          <p:cNvPr id="11" name="Grafik 10"/>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5" name="Datumsplatzhalter 4"/>
          <p:cNvSpPr>
            <a:spLocks noGrp="1"/>
          </p:cNvSpPr>
          <p:nvPr>
            <p:ph type="dt" sz="half" idx="10"/>
          </p:nvPr>
        </p:nvSpPr>
        <p:spPr/>
        <p:txBody>
          <a:bodyPr/>
          <a:lstStyle/>
          <a:p>
            <a:fld id="{6B1CE842-6F89-4182-A9D8-84E9C2148958}" type="datetime1">
              <a:rPr lang="de-DE" smtClean="0"/>
              <a:t>26.06.2023</a:t>
            </a:fld>
            <a:endParaRPr lang="de-DE"/>
          </a:p>
        </p:txBody>
      </p:sp>
      <p:sp>
        <p:nvSpPr>
          <p:cNvPr id="6" name="Fußzeilenplatzhalter 5"/>
          <p:cNvSpPr>
            <a:spLocks noGrp="1"/>
          </p:cNvSpPr>
          <p:nvPr>
            <p:ph type="ftr" sz="quarter" idx="11"/>
          </p:nvPr>
        </p:nvSpPr>
        <p:spPr/>
        <p:txBody>
          <a:bodyPr/>
          <a:lstStyle/>
          <a:p>
            <a:r>
              <a:rPr lang="de-DE" smtClean="0"/>
              <a:t>Präsentationsthema</a:t>
            </a:r>
            <a:endParaRPr lang="de-DE"/>
          </a:p>
        </p:txBody>
      </p:sp>
      <p:sp>
        <p:nvSpPr>
          <p:cNvPr id="7" name="Foliennummernplatzhalter 6"/>
          <p:cNvSpPr>
            <a:spLocks noGrp="1"/>
          </p:cNvSpPr>
          <p:nvPr>
            <p:ph type="sldNum" sz="quarter" idx="12"/>
          </p:nvPr>
        </p:nvSpPr>
        <p:spPr/>
        <p:txBody>
          <a:bodyPr/>
          <a:lstStyle/>
          <a:p>
            <a:fld id="{220551C3-A462-45EE-8D4B-53AADAADD6D4}" type="slidenum">
              <a:rPr lang="de-DE" smtClean="0"/>
              <a:t>‹Nr.›</a:t>
            </a:fld>
            <a:endParaRPr lang="de-DE"/>
          </a:p>
        </p:txBody>
      </p:sp>
      <p:sp>
        <p:nvSpPr>
          <p:cNvPr id="39" name="Textplatzhalter 37"/>
          <p:cNvSpPr>
            <a:spLocks noGrp="1"/>
          </p:cNvSpPr>
          <p:nvPr>
            <p:ph type="body" sz="quarter" idx="13" hasCustomPrompt="1"/>
          </p:nvPr>
        </p:nvSpPr>
        <p:spPr>
          <a:xfrm>
            <a:off x="8258175" y="1280479"/>
            <a:ext cx="3598863" cy="746098"/>
          </a:xfrm>
        </p:spPr>
        <p:txBody>
          <a:bodyPr anchor="ctr" anchorCtr="0">
            <a:normAutofit/>
          </a:bodyPr>
          <a:lstStyle>
            <a:lvl1pPr marL="0" indent="0">
              <a:buNone/>
              <a:defRPr sz="2400" i="1"/>
            </a:lvl1pPr>
          </a:lstStyle>
          <a:p>
            <a:pPr lvl="0"/>
            <a:r>
              <a:rPr lang="de-DE" dirty="0" smtClean="0"/>
              <a:t>Lernziele</a:t>
            </a:r>
            <a:endParaRPr lang="de-DE" dirty="0"/>
          </a:p>
        </p:txBody>
      </p:sp>
      <p:sp>
        <p:nvSpPr>
          <p:cNvPr id="40" name="Textplatzhalter 37"/>
          <p:cNvSpPr>
            <a:spLocks noGrp="1"/>
          </p:cNvSpPr>
          <p:nvPr>
            <p:ph type="body" sz="quarter" idx="14" hasCustomPrompt="1"/>
          </p:nvPr>
        </p:nvSpPr>
        <p:spPr>
          <a:xfrm>
            <a:off x="8258175" y="2011971"/>
            <a:ext cx="3598863" cy="4296754"/>
          </a:xfrm>
        </p:spPr>
        <p:txBody>
          <a:bodyPr anchor="t" anchorCtr="0">
            <a:normAutofit/>
          </a:bodyPr>
          <a:lstStyle>
            <a:lvl1pPr marL="457200" marR="0" indent="-457200" algn="l" defTabSz="914400" rtl="0" eaLnBrk="1" fontAlgn="auto" latinLnBrk="0" hangingPunct="1">
              <a:lnSpc>
                <a:spcPct val="90000"/>
              </a:lnSpc>
              <a:spcBef>
                <a:spcPts val="1000"/>
              </a:spcBef>
              <a:spcAft>
                <a:spcPts val="0"/>
              </a:spcAft>
              <a:buClrTx/>
              <a:buSzTx/>
              <a:buFont typeface="+mj-lt"/>
              <a:buAutoNum type="arabicPeriod"/>
              <a:tabLst/>
              <a:defRPr sz="2000" i="1"/>
            </a:lvl1pPr>
          </a:lstStyle>
          <a:p>
            <a:pPr marL="457200" marR="0" lvl="0" indent="-457200" algn="l" defTabSz="914400" rtl="0" eaLnBrk="1" fontAlgn="auto" latinLnBrk="0" hangingPunct="1">
              <a:lnSpc>
                <a:spcPct val="90000"/>
              </a:lnSpc>
              <a:spcBef>
                <a:spcPts val="1000"/>
              </a:spcBef>
              <a:spcAft>
                <a:spcPts val="0"/>
              </a:spcAft>
              <a:buClrTx/>
              <a:buSzTx/>
              <a:buFont typeface="+mj-lt"/>
              <a:buAutoNum type="arabicPeriod"/>
              <a:tabLst/>
              <a:defRPr/>
            </a:pPr>
            <a:r>
              <a:rPr lang="de-DE" sz="2000" b="0" i="1" dirty="0" smtClean="0"/>
              <a:t>Hier kann</a:t>
            </a:r>
            <a:r>
              <a:rPr lang="de-DE" sz="2000" b="0" i="1" baseline="0" dirty="0" smtClean="0"/>
              <a:t> das erste kompetenzorientierte Lernziel eingefügt werden.</a:t>
            </a:r>
          </a:p>
          <a:p>
            <a:pPr marL="457200" marR="0" lvl="0" indent="-457200" algn="l" defTabSz="914400" rtl="0" eaLnBrk="1" fontAlgn="auto" latinLnBrk="0" hangingPunct="1">
              <a:lnSpc>
                <a:spcPct val="90000"/>
              </a:lnSpc>
              <a:spcBef>
                <a:spcPts val="1000"/>
              </a:spcBef>
              <a:spcAft>
                <a:spcPts val="0"/>
              </a:spcAft>
              <a:buClrTx/>
              <a:buSzTx/>
              <a:buFont typeface="+mj-lt"/>
              <a:buAutoNum type="arabicPeriod"/>
              <a:tabLst/>
              <a:defRPr/>
            </a:pPr>
            <a:r>
              <a:rPr lang="de-DE" sz="2000" b="0" i="1" dirty="0" smtClean="0"/>
              <a:t>Hier kann</a:t>
            </a:r>
            <a:r>
              <a:rPr lang="de-DE" sz="2000" b="0" i="1" baseline="0" dirty="0" smtClean="0"/>
              <a:t> das zweite kompetenzorientierte Lernziel eingefügt werden.</a:t>
            </a:r>
          </a:p>
          <a:p>
            <a:pPr marL="457200" marR="0" lvl="0" indent="-457200" algn="l" defTabSz="914400" rtl="0" eaLnBrk="1" fontAlgn="auto" latinLnBrk="0" hangingPunct="1">
              <a:lnSpc>
                <a:spcPct val="90000"/>
              </a:lnSpc>
              <a:spcBef>
                <a:spcPts val="1000"/>
              </a:spcBef>
              <a:spcAft>
                <a:spcPts val="0"/>
              </a:spcAft>
              <a:buClrTx/>
              <a:buSzTx/>
              <a:buFont typeface="+mj-lt"/>
              <a:buAutoNum type="arabicPeriod"/>
              <a:tabLst/>
              <a:defRPr/>
            </a:pPr>
            <a:r>
              <a:rPr lang="de-DE" sz="2000" b="0" i="1" dirty="0" smtClean="0"/>
              <a:t>Hier kann</a:t>
            </a:r>
            <a:r>
              <a:rPr lang="de-DE" sz="2000" b="0" i="1" baseline="0" dirty="0" smtClean="0"/>
              <a:t> das dritte kompetenzorientierte Lernziel eingefügt werden.</a:t>
            </a:r>
          </a:p>
          <a:p>
            <a:pPr marL="457200" marR="0" lvl="0" indent="-457200" algn="l" defTabSz="914400" rtl="0" eaLnBrk="1" fontAlgn="auto" latinLnBrk="0" hangingPunct="1">
              <a:lnSpc>
                <a:spcPct val="90000"/>
              </a:lnSpc>
              <a:spcBef>
                <a:spcPts val="1000"/>
              </a:spcBef>
              <a:spcAft>
                <a:spcPts val="0"/>
              </a:spcAft>
              <a:buClrTx/>
              <a:buSzTx/>
              <a:buFont typeface="+mj-lt"/>
              <a:buAutoNum type="arabicPeriod"/>
              <a:tabLst/>
              <a:defRPr/>
            </a:pPr>
            <a:r>
              <a:rPr lang="de-DE" sz="2000" b="0" i="1" dirty="0" smtClean="0"/>
              <a:t>Hier kann</a:t>
            </a:r>
            <a:r>
              <a:rPr lang="de-DE" sz="2000" b="0" i="1" baseline="0" dirty="0" smtClean="0"/>
              <a:t> das vierte kompetenzorientierte Lernziel eingefügt werden.</a:t>
            </a:r>
          </a:p>
          <a:p>
            <a:pPr lvl="0"/>
            <a:endParaRPr lang="de-DE" dirty="0"/>
          </a:p>
        </p:txBody>
      </p:sp>
      <p:sp>
        <p:nvSpPr>
          <p:cNvPr id="43" name="Textplatzhalter 41"/>
          <p:cNvSpPr>
            <a:spLocks noGrp="1"/>
          </p:cNvSpPr>
          <p:nvPr>
            <p:ph type="body" sz="quarter" idx="15" hasCustomPrompt="1"/>
          </p:nvPr>
        </p:nvSpPr>
        <p:spPr>
          <a:xfrm>
            <a:off x="334963" y="2732088"/>
            <a:ext cx="7934325" cy="3576637"/>
          </a:xfrm>
        </p:spPr>
        <p:txBody>
          <a:bodyPr>
            <a:normAutofit/>
          </a:bodyPr>
          <a:lstStyle>
            <a:lvl1pPr marL="0" indent="0">
              <a:buNone/>
              <a:defRPr sz="2400" baseline="0"/>
            </a:lvl1pPr>
          </a:lstStyle>
          <a:p>
            <a:pPr lvl="0"/>
            <a:r>
              <a:rPr lang="de-DE" dirty="0" smtClean="0"/>
              <a:t>Aufgabenstellung</a:t>
            </a:r>
          </a:p>
          <a:p>
            <a:pPr lvl="0"/>
            <a:r>
              <a:rPr lang="de-DE" dirty="0" smtClean="0"/>
              <a:t>Hier kann die Aufgabenstellung eingefügt werden.</a:t>
            </a:r>
            <a:endParaRPr lang="de-DE" dirty="0"/>
          </a:p>
        </p:txBody>
      </p:sp>
      <p:sp>
        <p:nvSpPr>
          <p:cNvPr id="46" name="Textplatzhalter 44"/>
          <p:cNvSpPr>
            <a:spLocks noGrp="1"/>
          </p:cNvSpPr>
          <p:nvPr>
            <p:ph type="body" sz="quarter" idx="16" hasCustomPrompt="1"/>
          </p:nvPr>
        </p:nvSpPr>
        <p:spPr>
          <a:xfrm>
            <a:off x="334963" y="1270000"/>
            <a:ext cx="5757862" cy="741363"/>
          </a:xfrm>
        </p:spPr>
        <p:txBody>
          <a:bodyPr>
            <a:noAutofit/>
          </a:bodyPr>
          <a:lstStyle>
            <a:lvl1pPr marL="0" indent="0">
              <a:buNone/>
              <a:defRPr sz="4800" b="1" baseline="0"/>
            </a:lvl1pPr>
          </a:lstStyle>
          <a:p>
            <a:pPr lvl="0"/>
            <a:r>
              <a:rPr lang="de-DE" dirty="0" smtClean="0"/>
              <a:t>Titel der Aufgabe</a:t>
            </a:r>
            <a:endParaRPr lang="de-DE" dirty="0"/>
          </a:p>
        </p:txBody>
      </p:sp>
      <p:sp>
        <p:nvSpPr>
          <p:cNvPr id="48" name="Textplatzhalter 47"/>
          <p:cNvSpPr>
            <a:spLocks noGrp="1"/>
          </p:cNvSpPr>
          <p:nvPr>
            <p:ph type="body" sz="quarter" idx="17" hasCustomPrompt="1"/>
          </p:nvPr>
        </p:nvSpPr>
        <p:spPr>
          <a:xfrm>
            <a:off x="8256588" y="566230"/>
            <a:ext cx="3600450" cy="711074"/>
          </a:xfrm>
        </p:spPr>
        <p:txBody>
          <a:bodyPr anchor="ctr" anchorCtr="0">
            <a:normAutofit/>
          </a:bodyPr>
          <a:lstStyle>
            <a:lvl1pPr marL="0" indent="0">
              <a:buNone/>
              <a:defRPr sz="2400" i="1"/>
            </a:lvl1pPr>
          </a:lstStyle>
          <a:p>
            <a:pPr lvl="0"/>
            <a:r>
              <a:rPr lang="de-DE" dirty="0" smtClean="0"/>
              <a:t>Zeitumfang: 45min</a:t>
            </a:r>
            <a:endParaRPr lang="de-DE" dirty="0"/>
          </a:p>
        </p:txBody>
      </p:sp>
    </p:spTree>
    <p:extLst>
      <p:ext uri="{BB962C8B-B14F-4D97-AF65-F5344CB8AC3E}">
        <p14:creationId xmlns:p14="http://schemas.microsoft.com/office/powerpoint/2010/main" val="506507854"/>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Aufgabenblatt_Fortsetzung">
    <p:spTree>
      <p:nvGrpSpPr>
        <p:cNvPr id="1" name=""/>
        <p:cNvGrpSpPr/>
        <p:nvPr/>
      </p:nvGrpSpPr>
      <p:grpSpPr>
        <a:xfrm>
          <a:off x="0" y="0"/>
          <a:ext cx="0" cy="0"/>
          <a:chOff x="0" y="0"/>
          <a:chExt cx="0" cy="0"/>
        </a:xfrm>
      </p:grpSpPr>
      <p:grpSp>
        <p:nvGrpSpPr>
          <p:cNvPr id="8" name="Gruppieren 7"/>
          <p:cNvGrpSpPr/>
          <p:nvPr userDrawn="1"/>
        </p:nvGrpSpPr>
        <p:grpSpPr>
          <a:xfrm>
            <a:off x="-13606" y="549275"/>
            <a:ext cx="12205606" cy="6351728"/>
            <a:chOff x="-13606" y="532132"/>
            <a:chExt cx="12205606" cy="6351728"/>
          </a:xfrm>
        </p:grpSpPr>
        <p:sp>
          <p:nvSpPr>
            <p:cNvPr id="9" name="Freihandform 8"/>
            <p:cNvSpPr/>
            <p:nvPr userDrawn="1"/>
          </p:nvSpPr>
          <p:spPr>
            <a:xfrm>
              <a:off x="-13606" y="580257"/>
              <a:ext cx="12205606" cy="6303603"/>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 name="connsiteX0" fmla="*/ 9427 w 12201427"/>
                <a:gd name="connsiteY0" fmla="*/ 0 h 6347333"/>
                <a:gd name="connsiteX1" fmla="*/ 3463696 w 12201427"/>
                <a:gd name="connsiteY1" fmla="*/ 0 h 6347333"/>
                <a:gd name="connsiteX2" fmla="*/ 3834517 w 12201427"/>
                <a:gd name="connsiteY2" fmla="*/ 351771 h 6347333"/>
                <a:gd name="connsiteX3" fmla="*/ 4205337 w 12201427"/>
                <a:gd name="connsiteY3" fmla="*/ 0 h 6347333"/>
                <a:gd name="connsiteX4" fmla="*/ 12201427 w 12201427"/>
                <a:gd name="connsiteY4" fmla="*/ 0 h 6347333"/>
                <a:gd name="connsiteX5" fmla="*/ 12201427 w 12201427"/>
                <a:gd name="connsiteY5" fmla="*/ 757238 h 6347333"/>
                <a:gd name="connsiteX6" fmla="*/ 0 w 12201427"/>
                <a:gd name="connsiteY6" fmla="*/ 6347333 h 6347333"/>
                <a:gd name="connsiteX7" fmla="*/ 9427 w 12201427"/>
                <a:gd name="connsiteY7" fmla="*/ 0 h 6347333"/>
                <a:gd name="connsiteX0" fmla="*/ 9427 w 12201427"/>
                <a:gd name="connsiteY0" fmla="*/ 0 h 6347333"/>
                <a:gd name="connsiteX1" fmla="*/ 3463696 w 12201427"/>
                <a:gd name="connsiteY1" fmla="*/ 0 h 6347333"/>
                <a:gd name="connsiteX2" fmla="*/ 3834517 w 12201427"/>
                <a:gd name="connsiteY2" fmla="*/ 351771 h 6347333"/>
                <a:gd name="connsiteX3" fmla="*/ 4205337 w 12201427"/>
                <a:gd name="connsiteY3" fmla="*/ 0 h 6347333"/>
                <a:gd name="connsiteX4" fmla="*/ 12201427 w 12201427"/>
                <a:gd name="connsiteY4" fmla="*/ 0 h 6347333"/>
                <a:gd name="connsiteX5" fmla="*/ 12201427 w 12201427"/>
                <a:gd name="connsiteY5" fmla="*/ 6319052 h 6347333"/>
                <a:gd name="connsiteX6" fmla="*/ 0 w 12201427"/>
                <a:gd name="connsiteY6" fmla="*/ 6347333 h 6347333"/>
                <a:gd name="connsiteX7" fmla="*/ 9427 w 12201427"/>
                <a:gd name="connsiteY7" fmla="*/ 0 h 6347333"/>
                <a:gd name="connsiteX0" fmla="*/ 908 w 12192908"/>
                <a:gd name="connsiteY0" fmla="*/ 0 h 6319052"/>
                <a:gd name="connsiteX1" fmla="*/ 3455177 w 12192908"/>
                <a:gd name="connsiteY1" fmla="*/ 0 h 6319052"/>
                <a:gd name="connsiteX2" fmla="*/ 3825998 w 12192908"/>
                <a:gd name="connsiteY2" fmla="*/ 351771 h 6319052"/>
                <a:gd name="connsiteX3" fmla="*/ 4196818 w 12192908"/>
                <a:gd name="connsiteY3" fmla="*/ 0 h 6319052"/>
                <a:gd name="connsiteX4" fmla="*/ 12192908 w 12192908"/>
                <a:gd name="connsiteY4" fmla="*/ 0 h 6319052"/>
                <a:gd name="connsiteX5" fmla="*/ 12192908 w 12192908"/>
                <a:gd name="connsiteY5" fmla="*/ 6319052 h 6319052"/>
                <a:gd name="connsiteX6" fmla="*/ 908 w 12192908"/>
                <a:gd name="connsiteY6" fmla="*/ 5640322 h 6319052"/>
                <a:gd name="connsiteX7" fmla="*/ 908 w 12192908"/>
                <a:gd name="connsiteY7" fmla="*/ 0 h 6319052"/>
                <a:gd name="connsiteX0" fmla="*/ 9427 w 12201427"/>
                <a:gd name="connsiteY0" fmla="*/ 0 h 6319052"/>
                <a:gd name="connsiteX1" fmla="*/ 3463696 w 12201427"/>
                <a:gd name="connsiteY1" fmla="*/ 0 h 6319052"/>
                <a:gd name="connsiteX2" fmla="*/ 3834517 w 12201427"/>
                <a:gd name="connsiteY2" fmla="*/ 351771 h 6319052"/>
                <a:gd name="connsiteX3" fmla="*/ 4205337 w 12201427"/>
                <a:gd name="connsiteY3" fmla="*/ 0 h 6319052"/>
                <a:gd name="connsiteX4" fmla="*/ 12201427 w 12201427"/>
                <a:gd name="connsiteY4" fmla="*/ 0 h 6319052"/>
                <a:gd name="connsiteX5" fmla="*/ 12201427 w 12201427"/>
                <a:gd name="connsiteY5" fmla="*/ 6319052 h 6319052"/>
                <a:gd name="connsiteX6" fmla="*/ 0 w 12201427"/>
                <a:gd name="connsiteY6" fmla="*/ 5414079 h 6319052"/>
                <a:gd name="connsiteX7" fmla="*/ 9427 w 12201427"/>
                <a:gd name="connsiteY7" fmla="*/ 0 h 6319052"/>
                <a:gd name="connsiteX0" fmla="*/ 9427 w 12201427"/>
                <a:gd name="connsiteY0" fmla="*/ 0 h 5630896"/>
                <a:gd name="connsiteX1" fmla="*/ 3463696 w 12201427"/>
                <a:gd name="connsiteY1" fmla="*/ 0 h 5630896"/>
                <a:gd name="connsiteX2" fmla="*/ 3834517 w 12201427"/>
                <a:gd name="connsiteY2" fmla="*/ 351771 h 5630896"/>
                <a:gd name="connsiteX3" fmla="*/ 4205337 w 12201427"/>
                <a:gd name="connsiteY3" fmla="*/ 0 h 5630896"/>
                <a:gd name="connsiteX4" fmla="*/ 12201427 w 12201427"/>
                <a:gd name="connsiteY4" fmla="*/ 0 h 5630896"/>
                <a:gd name="connsiteX5" fmla="*/ 12144866 w 12201427"/>
                <a:gd name="connsiteY5" fmla="*/ 5630896 h 5630896"/>
                <a:gd name="connsiteX6" fmla="*/ 0 w 12201427"/>
                <a:gd name="connsiteY6" fmla="*/ 5414079 h 5630896"/>
                <a:gd name="connsiteX7" fmla="*/ 9427 w 12201427"/>
                <a:gd name="connsiteY7" fmla="*/ 0 h 5630896"/>
                <a:gd name="connsiteX0" fmla="*/ 9427 w 12201427"/>
                <a:gd name="connsiteY0" fmla="*/ 0 h 5659176"/>
                <a:gd name="connsiteX1" fmla="*/ 3463696 w 12201427"/>
                <a:gd name="connsiteY1" fmla="*/ 0 h 5659176"/>
                <a:gd name="connsiteX2" fmla="*/ 3834517 w 12201427"/>
                <a:gd name="connsiteY2" fmla="*/ 351771 h 5659176"/>
                <a:gd name="connsiteX3" fmla="*/ 4205337 w 12201427"/>
                <a:gd name="connsiteY3" fmla="*/ 0 h 5659176"/>
                <a:gd name="connsiteX4" fmla="*/ 12201427 w 12201427"/>
                <a:gd name="connsiteY4" fmla="*/ 0 h 5659176"/>
                <a:gd name="connsiteX5" fmla="*/ 12192000 w 12201427"/>
                <a:gd name="connsiteY5" fmla="*/ 5659176 h 5659176"/>
                <a:gd name="connsiteX6" fmla="*/ 0 w 12201427"/>
                <a:gd name="connsiteY6" fmla="*/ 5414079 h 5659176"/>
                <a:gd name="connsiteX7" fmla="*/ 9427 w 12201427"/>
                <a:gd name="connsiteY7" fmla="*/ 0 h 5659176"/>
                <a:gd name="connsiteX0" fmla="*/ 908 w 12192908"/>
                <a:gd name="connsiteY0" fmla="*/ 0 h 5659176"/>
                <a:gd name="connsiteX1" fmla="*/ 3455177 w 12192908"/>
                <a:gd name="connsiteY1" fmla="*/ 0 h 5659176"/>
                <a:gd name="connsiteX2" fmla="*/ 3825998 w 12192908"/>
                <a:gd name="connsiteY2" fmla="*/ 351771 h 5659176"/>
                <a:gd name="connsiteX3" fmla="*/ 4196818 w 12192908"/>
                <a:gd name="connsiteY3" fmla="*/ 0 h 5659176"/>
                <a:gd name="connsiteX4" fmla="*/ 12192908 w 12192908"/>
                <a:gd name="connsiteY4" fmla="*/ 0 h 5659176"/>
                <a:gd name="connsiteX5" fmla="*/ 12183481 w 12192908"/>
                <a:gd name="connsiteY5" fmla="*/ 5659176 h 5659176"/>
                <a:gd name="connsiteX6" fmla="*/ 908 w 12192908"/>
                <a:gd name="connsiteY6" fmla="*/ 5630895 h 5659176"/>
                <a:gd name="connsiteX7" fmla="*/ 908 w 12192908"/>
                <a:gd name="connsiteY7" fmla="*/ 0 h 5659176"/>
                <a:gd name="connsiteX0" fmla="*/ 908 w 12193814"/>
                <a:gd name="connsiteY0" fmla="*/ 0 h 5668603"/>
                <a:gd name="connsiteX1" fmla="*/ 3455177 w 12193814"/>
                <a:gd name="connsiteY1" fmla="*/ 0 h 5668603"/>
                <a:gd name="connsiteX2" fmla="*/ 3825998 w 12193814"/>
                <a:gd name="connsiteY2" fmla="*/ 351771 h 5668603"/>
                <a:gd name="connsiteX3" fmla="*/ 4196818 w 12193814"/>
                <a:gd name="connsiteY3" fmla="*/ 0 h 5668603"/>
                <a:gd name="connsiteX4" fmla="*/ 12192908 w 12193814"/>
                <a:gd name="connsiteY4" fmla="*/ 0 h 5668603"/>
                <a:gd name="connsiteX5" fmla="*/ 12192907 w 12193814"/>
                <a:gd name="connsiteY5" fmla="*/ 5668603 h 5668603"/>
                <a:gd name="connsiteX6" fmla="*/ 908 w 12193814"/>
                <a:gd name="connsiteY6" fmla="*/ 5630895 h 5668603"/>
                <a:gd name="connsiteX7" fmla="*/ 908 w 12193814"/>
                <a:gd name="connsiteY7" fmla="*/ 0 h 5668603"/>
                <a:gd name="connsiteX0" fmla="*/ 12700 w 12205606"/>
                <a:gd name="connsiteY0" fmla="*/ 0 h 6278779"/>
                <a:gd name="connsiteX1" fmla="*/ 3466969 w 12205606"/>
                <a:gd name="connsiteY1" fmla="*/ 0 h 6278779"/>
                <a:gd name="connsiteX2" fmla="*/ 3837790 w 12205606"/>
                <a:gd name="connsiteY2" fmla="*/ 351771 h 6278779"/>
                <a:gd name="connsiteX3" fmla="*/ 4208610 w 12205606"/>
                <a:gd name="connsiteY3" fmla="*/ 0 h 6278779"/>
                <a:gd name="connsiteX4" fmla="*/ 12204700 w 12205606"/>
                <a:gd name="connsiteY4" fmla="*/ 0 h 6278779"/>
                <a:gd name="connsiteX5" fmla="*/ 12204699 w 12205606"/>
                <a:gd name="connsiteY5" fmla="*/ 5668603 h 6278779"/>
                <a:gd name="connsiteX6" fmla="*/ 0 w 12205606"/>
                <a:gd name="connsiteY6" fmla="*/ 6278595 h 6278779"/>
                <a:gd name="connsiteX7" fmla="*/ 12700 w 12205606"/>
                <a:gd name="connsiteY7" fmla="*/ 0 h 6278779"/>
                <a:gd name="connsiteX0" fmla="*/ 12700 w 12205606"/>
                <a:gd name="connsiteY0" fmla="*/ 0 h 6303603"/>
                <a:gd name="connsiteX1" fmla="*/ 3466969 w 12205606"/>
                <a:gd name="connsiteY1" fmla="*/ 0 h 6303603"/>
                <a:gd name="connsiteX2" fmla="*/ 3837790 w 12205606"/>
                <a:gd name="connsiteY2" fmla="*/ 351771 h 6303603"/>
                <a:gd name="connsiteX3" fmla="*/ 4208610 w 12205606"/>
                <a:gd name="connsiteY3" fmla="*/ 0 h 6303603"/>
                <a:gd name="connsiteX4" fmla="*/ 12204700 w 12205606"/>
                <a:gd name="connsiteY4" fmla="*/ 0 h 6303603"/>
                <a:gd name="connsiteX5" fmla="*/ 12204699 w 12205606"/>
                <a:gd name="connsiteY5" fmla="*/ 6303603 h 6303603"/>
                <a:gd name="connsiteX6" fmla="*/ 0 w 12205606"/>
                <a:gd name="connsiteY6" fmla="*/ 6278595 h 6303603"/>
                <a:gd name="connsiteX7" fmla="*/ 12700 w 12205606"/>
                <a:gd name="connsiteY7" fmla="*/ 0 h 6303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205606" h="6303603">
                  <a:moveTo>
                    <a:pt x="12700" y="0"/>
                  </a:moveTo>
                  <a:lnTo>
                    <a:pt x="3466969" y="0"/>
                  </a:lnTo>
                  <a:lnTo>
                    <a:pt x="3837790" y="351771"/>
                  </a:lnTo>
                  <a:lnTo>
                    <a:pt x="4208610" y="0"/>
                  </a:lnTo>
                  <a:lnTo>
                    <a:pt x="12204700" y="0"/>
                  </a:lnTo>
                  <a:cubicBezTo>
                    <a:pt x="12201558" y="1886392"/>
                    <a:pt x="12207841" y="4417211"/>
                    <a:pt x="12204699" y="6303603"/>
                  </a:cubicBezTo>
                  <a:lnTo>
                    <a:pt x="0" y="6278595"/>
                  </a:lnTo>
                  <a:cubicBezTo>
                    <a:pt x="3142" y="4162817"/>
                    <a:pt x="9558" y="2115778"/>
                    <a:pt x="12700" y="0"/>
                  </a:cubicBez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10" name="Grafik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532132"/>
              <a:ext cx="12192000" cy="409956"/>
            </a:xfrm>
            <a:prstGeom prst="rect">
              <a:avLst/>
            </a:prstGeom>
          </p:spPr>
        </p:pic>
      </p:grpSp>
      <p:pic>
        <p:nvPicPr>
          <p:cNvPr id="11" name="Grafik 10"/>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5" name="Datumsplatzhalter 4"/>
          <p:cNvSpPr>
            <a:spLocks noGrp="1"/>
          </p:cNvSpPr>
          <p:nvPr>
            <p:ph type="dt" sz="half" idx="10"/>
          </p:nvPr>
        </p:nvSpPr>
        <p:spPr/>
        <p:txBody>
          <a:bodyPr/>
          <a:lstStyle/>
          <a:p>
            <a:fld id="{C1E2B63B-BC06-4DE2-AB38-48B65140DEE2}" type="datetime1">
              <a:rPr lang="de-DE" smtClean="0"/>
              <a:t>26.06.2023</a:t>
            </a:fld>
            <a:endParaRPr lang="de-DE"/>
          </a:p>
        </p:txBody>
      </p:sp>
      <p:sp>
        <p:nvSpPr>
          <p:cNvPr id="6" name="Fußzeilenplatzhalter 5"/>
          <p:cNvSpPr>
            <a:spLocks noGrp="1"/>
          </p:cNvSpPr>
          <p:nvPr>
            <p:ph type="ftr" sz="quarter" idx="11"/>
          </p:nvPr>
        </p:nvSpPr>
        <p:spPr/>
        <p:txBody>
          <a:bodyPr/>
          <a:lstStyle/>
          <a:p>
            <a:r>
              <a:rPr lang="de-DE" smtClean="0"/>
              <a:t>Präsentationsthema</a:t>
            </a:r>
            <a:endParaRPr lang="de-DE"/>
          </a:p>
        </p:txBody>
      </p:sp>
      <p:sp>
        <p:nvSpPr>
          <p:cNvPr id="7" name="Foliennummernplatzhalter 6"/>
          <p:cNvSpPr>
            <a:spLocks noGrp="1"/>
          </p:cNvSpPr>
          <p:nvPr>
            <p:ph type="sldNum" sz="quarter" idx="12"/>
          </p:nvPr>
        </p:nvSpPr>
        <p:spPr/>
        <p:txBody>
          <a:bodyPr/>
          <a:lstStyle/>
          <a:p>
            <a:fld id="{220551C3-A462-45EE-8D4B-53AADAADD6D4}" type="slidenum">
              <a:rPr lang="de-DE" smtClean="0"/>
              <a:t>‹Nr.›</a:t>
            </a:fld>
            <a:endParaRPr lang="de-DE"/>
          </a:p>
        </p:txBody>
      </p:sp>
      <p:sp>
        <p:nvSpPr>
          <p:cNvPr id="39" name="Textplatzhalter 37"/>
          <p:cNvSpPr>
            <a:spLocks noGrp="1"/>
          </p:cNvSpPr>
          <p:nvPr>
            <p:ph type="body" sz="quarter" idx="13" hasCustomPrompt="1"/>
          </p:nvPr>
        </p:nvSpPr>
        <p:spPr>
          <a:xfrm>
            <a:off x="8258175" y="1280479"/>
            <a:ext cx="3598863" cy="746098"/>
          </a:xfrm>
        </p:spPr>
        <p:txBody>
          <a:bodyPr anchor="ctr" anchorCtr="0">
            <a:normAutofit/>
          </a:bodyPr>
          <a:lstStyle>
            <a:lvl1pPr marL="0" indent="0">
              <a:buNone/>
              <a:defRPr sz="2400" i="1"/>
            </a:lvl1pPr>
          </a:lstStyle>
          <a:p>
            <a:pPr lvl="0"/>
            <a:r>
              <a:rPr lang="de-DE" dirty="0" smtClean="0"/>
              <a:t>Lernziele</a:t>
            </a:r>
            <a:endParaRPr lang="de-DE" dirty="0"/>
          </a:p>
        </p:txBody>
      </p:sp>
      <p:sp>
        <p:nvSpPr>
          <p:cNvPr id="40" name="Textplatzhalter 37"/>
          <p:cNvSpPr>
            <a:spLocks noGrp="1"/>
          </p:cNvSpPr>
          <p:nvPr>
            <p:ph type="body" sz="quarter" idx="14" hasCustomPrompt="1"/>
          </p:nvPr>
        </p:nvSpPr>
        <p:spPr>
          <a:xfrm>
            <a:off x="8258175" y="2011971"/>
            <a:ext cx="3598863" cy="4296754"/>
          </a:xfrm>
        </p:spPr>
        <p:txBody>
          <a:bodyPr anchor="t" anchorCtr="0">
            <a:normAutofit/>
          </a:bodyPr>
          <a:lstStyle>
            <a:lvl1pPr marL="457200" marR="0" indent="-457200" algn="l" defTabSz="914400" rtl="0" eaLnBrk="1" fontAlgn="auto" latinLnBrk="0" hangingPunct="1">
              <a:lnSpc>
                <a:spcPct val="90000"/>
              </a:lnSpc>
              <a:spcBef>
                <a:spcPts val="1000"/>
              </a:spcBef>
              <a:spcAft>
                <a:spcPts val="0"/>
              </a:spcAft>
              <a:buClrTx/>
              <a:buSzTx/>
              <a:buFont typeface="+mj-lt"/>
              <a:buAutoNum type="arabicPeriod"/>
              <a:tabLst/>
              <a:defRPr sz="2000" i="1"/>
            </a:lvl1pPr>
          </a:lstStyle>
          <a:p>
            <a:pPr marL="457200" marR="0" lvl="0" indent="-457200" algn="l" defTabSz="914400" rtl="0" eaLnBrk="1" fontAlgn="auto" latinLnBrk="0" hangingPunct="1">
              <a:lnSpc>
                <a:spcPct val="90000"/>
              </a:lnSpc>
              <a:spcBef>
                <a:spcPts val="1000"/>
              </a:spcBef>
              <a:spcAft>
                <a:spcPts val="0"/>
              </a:spcAft>
              <a:buClrTx/>
              <a:buSzTx/>
              <a:buFont typeface="+mj-lt"/>
              <a:buAutoNum type="arabicPeriod"/>
              <a:tabLst/>
              <a:defRPr/>
            </a:pPr>
            <a:r>
              <a:rPr lang="de-DE" sz="2000" b="0" i="1" dirty="0" smtClean="0"/>
              <a:t>Hier kann</a:t>
            </a:r>
            <a:r>
              <a:rPr lang="de-DE" sz="2000" b="0" i="1" baseline="0" dirty="0" smtClean="0"/>
              <a:t> das erste kompetenzorientierte Lernziel eingefügt werden.</a:t>
            </a:r>
          </a:p>
          <a:p>
            <a:pPr marL="457200" marR="0" lvl="0" indent="-457200" algn="l" defTabSz="914400" rtl="0" eaLnBrk="1" fontAlgn="auto" latinLnBrk="0" hangingPunct="1">
              <a:lnSpc>
                <a:spcPct val="90000"/>
              </a:lnSpc>
              <a:spcBef>
                <a:spcPts val="1000"/>
              </a:spcBef>
              <a:spcAft>
                <a:spcPts val="0"/>
              </a:spcAft>
              <a:buClrTx/>
              <a:buSzTx/>
              <a:buFont typeface="+mj-lt"/>
              <a:buAutoNum type="arabicPeriod"/>
              <a:tabLst/>
              <a:defRPr/>
            </a:pPr>
            <a:r>
              <a:rPr lang="de-DE" sz="2000" b="0" i="1" dirty="0" smtClean="0"/>
              <a:t>Hier kann</a:t>
            </a:r>
            <a:r>
              <a:rPr lang="de-DE" sz="2000" b="0" i="1" baseline="0" dirty="0" smtClean="0"/>
              <a:t> das zweite kompetenzorientierte Lernziel eingefügt werden.</a:t>
            </a:r>
          </a:p>
          <a:p>
            <a:pPr marL="457200" marR="0" lvl="0" indent="-457200" algn="l" defTabSz="914400" rtl="0" eaLnBrk="1" fontAlgn="auto" latinLnBrk="0" hangingPunct="1">
              <a:lnSpc>
                <a:spcPct val="90000"/>
              </a:lnSpc>
              <a:spcBef>
                <a:spcPts val="1000"/>
              </a:spcBef>
              <a:spcAft>
                <a:spcPts val="0"/>
              </a:spcAft>
              <a:buClrTx/>
              <a:buSzTx/>
              <a:buFont typeface="+mj-lt"/>
              <a:buAutoNum type="arabicPeriod"/>
              <a:tabLst/>
              <a:defRPr/>
            </a:pPr>
            <a:r>
              <a:rPr lang="de-DE" sz="2000" b="0" i="1" dirty="0" smtClean="0"/>
              <a:t>Hier kann</a:t>
            </a:r>
            <a:r>
              <a:rPr lang="de-DE" sz="2000" b="0" i="1" baseline="0" dirty="0" smtClean="0"/>
              <a:t> das dritte kompetenzorientierte Lernziel eingefügt werden.</a:t>
            </a:r>
          </a:p>
          <a:p>
            <a:pPr marL="457200" marR="0" lvl="0" indent="-457200" algn="l" defTabSz="914400" rtl="0" eaLnBrk="1" fontAlgn="auto" latinLnBrk="0" hangingPunct="1">
              <a:lnSpc>
                <a:spcPct val="90000"/>
              </a:lnSpc>
              <a:spcBef>
                <a:spcPts val="1000"/>
              </a:spcBef>
              <a:spcAft>
                <a:spcPts val="0"/>
              </a:spcAft>
              <a:buClrTx/>
              <a:buSzTx/>
              <a:buFont typeface="+mj-lt"/>
              <a:buAutoNum type="arabicPeriod"/>
              <a:tabLst/>
              <a:defRPr/>
            </a:pPr>
            <a:r>
              <a:rPr lang="de-DE" sz="2000" b="0" i="1" dirty="0" smtClean="0"/>
              <a:t>Hier kann</a:t>
            </a:r>
            <a:r>
              <a:rPr lang="de-DE" sz="2000" b="0" i="1" baseline="0" dirty="0" smtClean="0"/>
              <a:t> das vierte kompetenzorientierte Lernziel eingefügt werden.</a:t>
            </a:r>
          </a:p>
          <a:p>
            <a:pPr lvl="0"/>
            <a:endParaRPr lang="de-DE" dirty="0"/>
          </a:p>
        </p:txBody>
      </p:sp>
      <p:sp>
        <p:nvSpPr>
          <p:cNvPr id="43" name="Textplatzhalter 41"/>
          <p:cNvSpPr>
            <a:spLocks noGrp="1"/>
          </p:cNvSpPr>
          <p:nvPr>
            <p:ph type="body" sz="quarter" idx="15" hasCustomPrompt="1"/>
          </p:nvPr>
        </p:nvSpPr>
        <p:spPr>
          <a:xfrm>
            <a:off x="334963" y="1277304"/>
            <a:ext cx="7197407" cy="5031421"/>
          </a:xfrm>
        </p:spPr>
        <p:txBody>
          <a:bodyPr>
            <a:normAutofit/>
          </a:bodyPr>
          <a:lstStyle>
            <a:lvl1pPr marL="0" indent="0">
              <a:buNone/>
              <a:defRPr sz="2400" baseline="0"/>
            </a:lvl1pPr>
          </a:lstStyle>
          <a:p>
            <a:pPr lvl="0"/>
            <a:r>
              <a:rPr lang="de-DE" dirty="0" smtClean="0"/>
              <a:t>Aufgabenstellung</a:t>
            </a:r>
          </a:p>
          <a:p>
            <a:pPr lvl="0"/>
            <a:r>
              <a:rPr lang="de-DE" dirty="0" smtClean="0"/>
              <a:t>Hier kann die Aufgabenstellung eingefügt werden.</a:t>
            </a:r>
            <a:endParaRPr lang="de-DE" dirty="0"/>
          </a:p>
        </p:txBody>
      </p:sp>
      <p:sp>
        <p:nvSpPr>
          <p:cNvPr id="48" name="Textplatzhalter 47"/>
          <p:cNvSpPr>
            <a:spLocks noGrp="1"/>
          </p:cNvSpPr>
          <p:nvPr>
            <p:ph type="body" sz="quarter" idx="17" hasCustomPrompt="1"/>
          </p:nvPr>
        </p:nvSpPr>
        <p:spPr>
          <a:xfrm>
            <a:off x="8256588" y="566230"/>
            <a:ext cx="3600450" cy="711074"/>
          </a:xfrm>
        </p:spPr>
        <p:txBody>
          <a:bodyPr anchor="ctr" anchorCtr="0">
            <a:normAutofit/>
          </a:bodyPr>
          <a:lstStyle>
            <a:lvl1pPr marL="0" indent="0">
              <a:buNone/>
              <a:defRPr sz="2400" i="1"/>
            </a:lvl1pPr>
          </a:lstStyle>
          <a:p>
            <a:pPr lvl="0"/>
            <a:r>
              <a:rPr lang="de-DE" dirty="0" smtClean="0"/>
              <a:t>Zeitumfang: 45min</a:t>
            </a:r>
            <a:endParaRPr lang="de-DE" dirty="0"/>
          </a:p>
        </p:txBody>
      </p:sp>
    </p:spTree>
    <p:extLst>
      <p:ext uri="{BB962C8B-B14F-4D97-AF65-F5344CB8AC3E}">
        <p14:creationId xmlns:p14="http://schemas.microsoft.com/office/powerpoint/2010/main" val="1847885635"/>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Ressourcen">
    <p:spTree>
      <p:nvGrpSpPr>
        <p:cNvPr id="1" name=""/>
        <p:cNvGrpSpPr/>
        <p:nvPr/>
      </p:nvGrpSpPr>
      <p:grpSpPr>
        <a:xfrm>
          <a:off x="0" y="0"/>
          <a:ext cx="0" cy="0"/>
          <a:chOff x="0" y="0"/>
          <a:chExt cx="0" cy="0"/>
        </a:xfrm>
      </p:grpSpPr>
      <p:pic>
        <p:nvPicPr>
          <p:cNvPr id="2" name="Grafik 1"/>
          <p:cNvPicPr>
            <a:picLocks noChangeAspect="1"/>
          </p:cNvPicPr>
          <p:nvPr userDrawn="1"/>
        </p:nvPicPr>
        <p:blipFill>
          <a:blip r:embed="rId2"/>
          <a:stretch>
            <a:fillRect/>
          </a:stretch>
        </p:blipFill>
        <p:spPr>
          <a:xfrm>
            <a:off x="-529" y="6069612"/>
            <a:ext cx="12193057" cy="792549"/>
          </a:xfrm>
          <a:prstGeom prst="rect">
            <a:avLst/>
          </a:prstGeom>
        </p:spPr>
      </p:pic>
      <p:sp>
        <p:nvSpPr>
          <p:cNvPr id="5" name="Datumsplatzhalter 4"/>
          <p:cNvSpPr>
            <a:spLocks noGrp="1"/>
          </p:cNvSpPr>
          <p:nvPr>
            <p:ph type="dt" sz="half" idx="10"/>
          </p:nvPr>
        </p:nvSpPr>
        <p:spPr/>
        <p:txBody>
          <a:bodyPr/>
          <a:lstStyle/>
          <a:p>
            <a:fld id="{AD7474C8-E081-47A0-8148-238CC5CD1BDE}" type="datetime1">
              <a:rPr lang="de-DE" smtClean="0"/>
              <a:t>26.06.2023</a:t>
            </a:fld>
            <a:endParaRPr lang="de-DE"/>
          </a:p>
        </p:txBody>
      </p:sp>
      <p:sp>
        <p:nvSpPr>
          <p:cNvPr id="6" name="Fußzeilenplatzhalter 5"/>
          <p:cNvSpPr>
            <a:spLocks noGrp="1"/>
          </p:cNvSpPr>
          <p:nvPr>
            <p:ph type="ftr" sz="quarter" idx="11"/>
          </p:nvPr>
        </p:nvSpPr>
        <p:spPr/>
        <p:txBody>
          <a:bodyPr/>
          <a:lstStyle/>
          <a:p>
            <a:r>
              <a:rPr lang="de-DE" smtClean="0"/>
              <a:t>Präsentationsthema</a:t>
            </a:r>
            <a:endParaRPr lang="de-DE"/>
          </a:p>
        </p:txBody>
      </p:sp>
      <p:sp>
        <p:nvSpPr>
          <p:cNvPr id="7" name="Foliennummernplatzhalter 6"/>
          <p:cNvSpPr>
            <a:spLocks noGrp="1"/>
          </p:cNvSpPr>
          <p:nvPr>
            <p:ph type="sldNum" sz="quarter" idx="12"/>
          </p:nvPr>
        </p:nvSpPr>
        <p:spPr/>
        <p:txBody>
          <a:bodyPr/>
          <a:lstStyle/>
          <a:p>
            <a:fld id="{220551C3-A462-45EE-8D4B-53AADAADD6D4}" type="slidenum">
              <a:rPr lang="de-DE" smtClean="0"/>
              <a:t>‹Nr.›</a:t>
            </a:fld>
            <a:endParaRPr lang="de-DE"/>
          </a:p>
        </p:txBody>
      </p:sp>
      <p:sp>
        <p:nvSpPr>
          <p:cNvPr id="12" name="T:1 Beschreibung"/>
          <p:cNvSpPr>
            <a:spLocks noGrp="1"/>
          </p:cNvSpPr>
          <p:nvPr>
            <p:ph type="body" sz="quarter" idx="14"/>
          </p:nvPr>
        </p:nvSpPr>
        <p:spPr>
          <a:xfrm>
            <a:off x="1115702" y="2718606"/>
            <a:ext cx="4248150" cy="707072"/>
          </a:xfrm>
          <a:noFill/>
        </p:spPr>
        <p:txBody>
          <a:bodyPr>
            <a:noAutofit/>
          </a:bodyPr>
          <a:lstStyle>
            <a:lvl1pPr marL="0" indent="0">
              <a:buNone/>
              <a:defRPr sz="2000"/>
            </a:lvl1pPr>
          </a:lstStyle>
          <a:p>
            <a:r>
              <a:rPr lang="de-DE" dirty="0"/>
              <a:t>Eine kurze Beschreibung zur Ressource</a:t>
            </a:r>
            <a:br>
              <a:rPr lang="de-DE" dirty="0"/>
            </a:br>
            <a:r>
              <a:rPr lang="de-DE" dirty="0"/>
              <a:t>Link: </a:t>
            </a:r>
            <a:r>
              <a:rPr lang="de-DE" u="sng" dirty="0"/>
              <a:t>www.meine-ressource.de</a:t>
            </a:r>
          </a:p>
        </p:txBody>
      </p:sp>
      <p:sp>
        <p:nvSpPr>
          <p:cNvPr id="13" name="T:1"/>
          <p:cNvSpPr>
            <a:spLocks noGrp="1"/>
          </p:cNvSpPr>
          <p:nvPr>
            <p:ph type="body" sz="quarter" idx="15"/>
          </p:nvPr>
        </p:nvSpPr>
        <p:spPr>
          <a:xfrm>
            <a:off x="1115701" y="2011014"/>
            <a:ext cx="4248150" cy="707592"/>
          </a:xfrm>
          <a:noFill/>
        </p:spPr>
        <p:txBody>
          <a:bodyPr>
            <a:normAutofit fontScale="92500" lnSpcReduction="10000"/>
          </a:bodyPr>
          <a:lstStyle>
            <a:lvl1pPr marL="0" indent="0">
              <a:buNone/>
              <a:defRPr b="1"/>
            </a:lvl1pPr>
          </a:lstStyle>
          <a:p>
            <a:r>
              <a:rPr lang="de-DE" dirty="0"/>
              <a:t>Ressource 1</a:t>
            </a:r>
          </a:p>
          <a:p>
            <a:endParaRPr lang="de-DE" dirty="0"/>
          </a:p>
        </p:txBody>
      </p:sp>
      <p:sp>
        <p:nvSpPr>
          <p:cNvPr id="14" name="T:1 Beschreibung"/>
          <p:cNvSpPr>
            <a:spLocks noGrp="1"/>
          </p:cNvSpPr>
          <p:nvPr>
            <p:ph type="body" sz="quarter" idx="16"/>
          </p:nvPr>
        </p:nvSpPr>
        <p:spPr>
          <a:xfrm>
            <a:off x="1115702" y="4878962"/>
            <a:ext cx="4248150" cy="707072"/>
          </a:xfrm>
          <a:noFill/>
        </p:spPr>
        <p:txBody>
          <a:bodyPr>
            <a:noAutofit/>
          </a:bodyPr>
          <a:lstStyle>
            <a:lvl1pPr marL="0" indent="0">
              <a:buNone/>
              <a:defRPr sz="2000"/>
            </a:lvl1pPr>
          </a:lstStyle>
          <a:p>
            <a:r>
              <a:rPr lang="de-DE" dirty="0"/>
              <a:t>Eine kurze Beschreibung zur Ressource</a:t>
            </a:r>
            <a:br>
              <a:rPr lang="de-DE" dirty="0"/>
            </a:br>
            <a:r>
              <a:rPr lang="de-DE" dirty="0"/>
              <a:t>Link: </a:t>
            </a:r>
            <a:r>
              <a:rPr lang="de-DE" u="sng" dirty="0"/>
              <a:t>www.meine-ressource.de</a:t>
            </a:r>
          </a:p>
        </p:txBody>
      </p:sp>
      <p:sp>
        <p:nvSpPr>
          <p:cNvPr id="15" name="T:1"/>
          <p:cNvSpPr>
            <a:spLocks noGrp="1"/>
          </p:cNvSpPr>
          <p:nvPr>
            <p:ph type="body" sz="quarter" idx="17" hasCustomPrompt="1"/>
          </p:nvPr>
        </p:nvSpPr>
        <p:spPr>
          <a:xfrm>
            <a:off x="1115701" y="4171370"/>
            <a:ext cx="4248150" cy="707592"/>
          </a:xfrm>
          <a:noFill/>
        </p:spPr>
        <p:txBody>
          <a:bodyPr>
            <a:normAutofit fontScale="92500" lnSpcReduction="10000"/>
          </a:bodyPr>
          <a:lstStyle>
            <a:lvl1pPr marL="0" indent="0">
              <a:buNone/>
              <a:defRPr b="1"/>
            </a:lvl1pPr>
          </a:lstStyle>
          <a:p>
            <a:r>
              <a:rPr lang="de-DE" dirty="0"/>
              <a:t>Ressource </a:t>
            </a:r>
            <a:r>
              <a:rPr lang="de-DE" dirty="0" smtClean="0"/>
              <a:t>3</a:t>
            </a:r>
            <a:endParaRPr lang="de-DE" dirty="0"/>
          </a:p>
          <a:p>
            <a:endParaRPr lang="de-DE" dirty="0"/>
          </a:p>
        </p:txBody>
      </p:sp>
      <p:sp>
        <p:nvSpPr>
          <p:cNvPr id="16" name="T:1 Beschreibung"/>
          <p:cNvSpPr>
            <a:spLocks noGrp="1"/>
          </p:cNvSpPr>
          <p:nvPr>
            <p:ph type="body" sz="quarter" idx="18"/>
          </p:nvPr>
        </p:nvSpPr>
        <p:spPr>
          <a:xfrm>
            <a:off x="6144591" y="4878962"/>
            <a:ext cx="4248150" cy="707072"/>
          </a:xfrm>
          <a:noFill/>
        </p:spPr>
        <p:txBody>
          <a:bodyPr>
            <a:noAutofit/>
          </a:bodyPr>
          <a:lstStyle>
            <a:lvl1pPr marL="0" indent="0">
              <a:buNone/>
              <a:defRPr sz="2000"/>
            </a:lvl1pPr>
          </a:lstStyle>
          <a:p>
            <a:r>
              <a:rPr lang="de-DE" dirty="0"/>
              <a:t>Eine kurze Beschreibung zur Ressource</a:t>
            </a:r>
            <a:br>
              <a:rPr lang="de-DE" dirty="0"/>
            </a:br>
            <a:r>
              <a:rPr lang="de-DE" dirty="0"/>
              <a:t>Link: </a:t>
            </a:r>
            <a:r>
              <a:rPr lang="de-DE" u="sng" dirty="0"/>
              <a:t>www.meine-ressource.de</a:t>
            </a:r>
          </a:p>
        </p:txBody>
      </p:sp>
      <p:sp>
        <p:nvSpPr>
          <p:cNvPr id="17" name="T:1"/>
          <p:cNvSpPr>
            <a:spLocks noGrp="1"/>
          </p:cNvSpPr>
          <p:nvPr>
            <p:ph type="body" sz="quarter" idx="19" hasCustomPrompt="1"/>
          </p:nvPr>
        </p:nvSpPr>
        <p:spPr>
          <a:xfrm>
            <a:off x="6144590" y="4171370"/>
            <a:ext cx="4248150" cy="707592"/>
          </a:xfrm>
          <a:noFill/>
        </p:spPr>
        <p:txBody>
          <a:bodyPr>
            <a:normAutofit fontScale="92500" lnSpcReduction="10000"/>
          </a:bodyPr>
          <a:lstStyle>
            <a:lvl1pPr marL="0" indent="0">
              <a:buNone/>
              <a:defRPr b="1"/>
            </a:lvl1pPr>
          </a:lstStyle>
          <a:p>
            <a:r>
              <a:rPr lang="de-DE" dirty="0"/>
              <a:t>Ressource </a:t>
            </a:r>
            <a:r>
              <a:rPr lang="de-DE" dirty="0" smtClean="0"/>
              <a:t>4</a:t>
            </a:r>
            <a:endParaRPr lang="de-DE" dirty="0"/>
          </a:p>
          <a:p>
            <a:endParaRPr lang="de-DE" dirty="0"/>
          </a:p>
        </p:txBody>
      </p:sp>
      <p:sp>
        <p:nvSpPr>
          <p:cNvPr id="18" name="T:1 Beschreibung"/>
          <p:cNvSpPr>
            <a:spLocks noGrp="1"/>
          </p:cNvSpPr>
          <p:nvPr>
            <p:ph type="body" sz="quarter" idx="20"/>
          </p:nvPr>
        </p:nvSpPr>
        <p:spPr>
          <a:xfrm>
            <a:off x="6144591" y="2718808"/>
            <a:ext cx="4248150" cy="707072"/>
          </a:xfrm>
          <a:noFill/>
        </p:spPr>
        <p:txBody>
          <a:bodyPr>
            <a:noAutofit/>
          </a:bodyPr>
          <a:lstStyle>
            <a:lvl1pPr marL="0" indent="0">
              <a:buNone/>
              <a:defRPr sz="2000"/>
            </a:lvl1pPr>
          </a:lstStyle>
          <a:p>
            <a:r>
              <a:rPr lang="de-DE" dirty="0"/>
              <a:t>Eine kurze Beschreibung zur Ressource</a:t>
            </a:r>
            <a:br>
              <a:rPr lang="de-DE" dirty="0"/>
            </a:br>
            <a:r>
              <a:rPr lang="de-DE" dirty="0"/>
              <a:t>Link: </a:t>
            </a:r>
            <a:r>
              <a:rPr lang="de-DE" u="sng" dirty="0"/>
              <a:t>www.meine-ressource.de</a:t>
            </a:r>
          </a:p>
        </p:txBody>
      </p:sp>
      <p:sp>
        <p:nvSpPr>
          <p:cNvPr id="19" name="T:1"/>
          <p:cNvSpPr>
            <a:spLocks noGrp="1"/>
          </p:cNvSpPr>
          <p:nvPr>
            <p:ph type="body" sz="quarter" idx="21" hasCustomPrompt="1"/>
          </p:nvPr>
        </p:nvSpPr>
        <p:spPr>
          <a:xfrm>
            <a:off x="6144590" y="2011216"/>
            <a:ext cx="4248150" cy="707592"/>
          </a:xfrm>
          <a:noFill/>
        </p:spPr>
        <p:txBody>
          <a:bodyPr>
            <a:normAutofit fontScale="92500" lnSpcReduction="10000"/>
          </a:bodyPr>
          <a:lstStyle>
            <a:lvl1pPr marL="0" indent="0">
              <a:buNone/>
              <a:defRPr b="1"/>
            </a:lvl1pPr>
          </a:lstStyle>
          <a:p>
            <a:r>
              <a:rPr lang="de-DE" dirty="0"/>
              <a:t>Ressource </a:t>
            </a:r>
            <a:r>
              <a:rPr lang="de-DE" dirty="0" smtClean="0"/>
              <a:t>2</a:t>
            </a:r>
            <a:endParaRPr lang="de-DE" dirty="0"/>
          </a:p>
          <a:p>
            <a:endParaRPr lang="de-DE" dirty="0"/>
          </a:p>
        </p:txBody>
      </p:sp>
      <p:sp>
        <p:nvSpPr>
          <p:cNvPr id="20" name="Titel 19"/>
          <p:cNvSpPr>
            <a:spLocks noGrp="1"/>
          </p:cNvSpPr>
          <p:nvPr>
            <p:ph type="title" hasCustomPrompt="1"/>
          </p:nvPr>
        </p:nvSpPr>
        <p:spPr>
          <a:xfrm>
            <a:off x="334963" y="549275"/>
            <a:ext cx="11018837" cy="716047"/>
          </a:xfrm>
        </p:spPr>
        <p:txBody>
          <a:bodyPr anchor="t" anchorCtr="0"/>
          <a:lstStyle>
            <a:lvl1pPr>
              <a:defRPr/>
            </a:lvl1pPr>
          </a:lstStyle>
          <a:p>
            <a:r>
              <a:rPr lang="de-DE" dirty="0" smtClean="0"/>
              <a:t>Ressourcen</a:t>
            </a:r>
            <a:endParaRPr lang="de-DE" dirty="0"/>
          </a:p>
        </p:txBody>
      </p:sp>
    </p:spTree>
    <p:extLst>
      <p:ext uri="{BB962C8B-B14F-4D97-AF65-F5344CB8AC3E}">
        <p14:creationId xmlns:p14="http://schemas.microsoft.com/office/powerpoint/2010/main" val="1755065777"/>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Quellen">
    <p:spTree>
      <p:nvGrpSpPr>
        <p:cNvPr id="1" name=""/>
        <p:cNvGrpSpPr/>
        <p:nvPr/>
      </p:nvGrpSpPr>
      <p:grpSpPr>
        <a:xfrm>
          <a:off x="0" y="0"/>
          <a:ext cx="0" cy="0"/>
          <a:chOff x="0" y="0"/>
          <a:chExt cx="0" cy="0"/>
        </a:xfrm>
      </p:grpSpPr>
      <p:pic>
        <p:nvPicPr>
          <p:cNvPr id="2" name="Grafik 1"/>
          <p:cNvPicPr>
            <a:picLocks noChangeAspect="1"/>
          </p:cNvPicPr>
          <p:nvPr userDrawn="1"/>
        </p:nvPicPr>
        <p:blipFill>
          <a:blip r:embed="rId2"/>
          <a:stretch>
            <a:fillRect/>
          </a:stretch>
        </p:blipFill>
        <p:spPr>
          <a:xfrm>
            <a:off x="-529" y="6069612"/>
            <a:ext cx="12193057" cy="792549"/>
          </a:xfrm>
          <a:prstGeom prst="rect">
            <a:avLst/>
          </a:prstGeom>
        </p:spPr>
      </p:pic>
      <p:sp>
        <p:nvSpPr>
          <p:cNvPr id="5" name="Datumsplatzhalter 4"/>
          <p:cNvSpPr>
            <a:spLocks noGrp="1"/>
          </p:cNvSpPr>
          <p:nvPr>
            <p:ph type="dt" sz="half" idx="10"/>
          </p:nvPr>
        </p:nvSpPr>
        <p:spPr/>
        <p:txBody>
          <a:bodyPr/>
          <a:lstStyle/>
          <a:p>
            <a:fld id="{1F0E6A95-0BE1-48C9-B3C7-390BA69C50FE}" type="datetime1">
              <a:rPr lang="de-DE" smtClean="0"/>
              <a:t>26.06.2023</a:t>
            </a:fld>
            <a:endParaRPr lang="de-DE"/>
          </a:p>
        </p:txBody>
      </p:sp>
      <p:sp>
        <p:nvSpPr>
          <p:cNvPr id="6" name="Fußzeilenplatzhalter 5"/>
          <p:cNvSpPr>
            <a:spLocks noGrp="1"/>
          </p:cNvSpPr>
          <p:nvPr>
            <p:ph type="ftr" sz="quarter" idx="11"/>
          </p:nvPr>
        </p:nvSpPr>
        <p:spPr/>
        <p:txBody>
          <a:bodyPr/>
          <a:lstStyle/>
          <a:p>
            <a:r>
              <a:rPr lang="de-DE" smtClean="0"/>
              <a:t>Präsentationsthema</a:t>
            </a:r>
            <a:endParaRPr lang="de-DE"/>
          </a:p>
        </p:txBody>
      </p:sp>
      <p:sp>
        <p:nvSpPr>
          <p:cNvPr id="7" name="Foliennummernplatzhalter 6"/>
          <p:cNvSpPr>
            <a:spLocks noGrp="1"/>
          </p:cNvSpPr>
          <p:nvPr>
            <p:ph type="sldNum" sz="quarter" idx="12"/>
          </p:nvPr>
        </p:nvSpPr>
        <p:spPr/>
        <p:txBody>
          <a:bodyPr/>
          <a:lstStyle/>
          <a:p>
            <a:fld id="{220551C3-A462-45EE-8D4B-53AADAADD6D4}" type="slidenum">
              <a:rPr lang="de-DE" smtClean="0"/>
              <a:t>‹Nr.›</a:t>
            </a:fld>
            <a:endParaRPr lang="de-DE"/>
          </a:p>
        </p:txBody>
      </p:sp>
      <p:sp>
        <p:nvSpPr>
          <p:cNvPr id="20" name="Titel 19"/>
          <p:cNvSpPr>
            <a:spLocks noGrp="1"/>
          </p:cNvSpPr>
          <p:nvPr>
            <p:ph type="title" hasCustomPrompt="1"/>
          </p:nvPr>
        </p:nvSpPr>
        <p:spPr>
          <a:xfrm>
            <a:off x="334963" y="549275"/>
            <a:ext cx="11018837" cy="716047"/>
          </a:xfrm>
        </p:spPr>
        <p:txBody>
          <a:bodyPr anchor="t" anchorCtr="0"/>
          <a:lstStyle>
            <a:lvl1pPr>
              <a:defRPr/>
            </a:lvl1pPr>
          </a:lstStyle>
          <a:p>
            <a:r>
              <a:rPr lang="de-DE" dirty="0" smtClean="0"/>
              <a:t>Quellen</a:t>
            </a:r>
            <a:endParaRPr lang="de-DE" dirty="0"/>
          </a:p>
        </p:txBody>
      </p:sp>
      <p:sp>
        <p:nvSpPr>
          <p:cNvPr id="21" name="T: Quellentext"/>
          <p:cNvSpPr>
            <a:spLocks noGrp="1"/>
          </p:cNvSpPr>
          <p:nvPr>
            <p:ph type="body" sz="quarter" idx="13" hasCustomPrompt="1"/>
          </p:nvPr>
        </p:nvSpPr>
        <p:spPr>
          <a:xfrm>
            <a:off x="345452" y="1992398"/>
            <a:ext cx="5018400" cy="4316326"/>
          </a:xfrm>
        </p:spPr>
        <p:txBody>
          <a:bodyPr>
            <a:normAutofit/>
          </a:bodyPr>
          <a:lstStyle>
            <a:lvl1pPr marL="71438" indent="-71438">
              <a:buNone/>
              <a:defRPr sz="1600"/>
            </a:lvl1pPr>
          </a:lstStyle>
          <a:p>
            <a:pPr marL="72000" indent="-468000">
              <a:spcAft>
                <a:spcPts val="600"/>
              </a:spcAft>
            </a:pPr>
            <a:r>
              <a:rPr lang="de-DE" baseline="30000" dirty="0" smtClean="0"/>
              <a:t>1</a:t>
            </a:r>
            <a:r>
              <a:rPr lang="de-DE" dirty="0" smtClean="0"/>
              <a:t> </a:t>
            </a:r>
            <a:r>
              <a:rPr lang="de-DE" dirty="0"/>
              <a:t>Name, Vorname (Erscheinungsjahr): Titel. Untertitel, Erscheinungsort.</a:t>
            </a:r>
          </a:p>
          <a:p>
            <a:pPr marL="72000" indent="-468000">
              <a:spcAft>
                <a:spcPts val="600"/>
              </a:spcAft>
            </a:pPr>
            <a:r>
              <a:rPr lang="de-DE" baseline="30000" dirty="0"/>
              <a:t>2</a:t>
            </a:r>
            <a:r>
              <a:rPr lang="de-DE" dirty="0"/>
              <a:t> Name, Vorname (Erscheinungsjahr): Titel. Untertitel, Erscheinungsort</a:t>
            </a:r>
            <a:r>
              <a:rPr lang="de-DE" dirty="0" smtClean="0"/>
              <a:t>.</a:t>
            </a:r>
            <a:endParaRPr lang="de-DE" u="sng" dirty="0">
              <a:solidFill>
                <a:schemeClr val="tx2"/>
              </a:solidFill>
            </a:endParaRPr>
          </a:p>
        </p:txBody>
      </p:sp>
      <p:sp>
        <p:nvSpPr>
          <p:cNvPr id="4" name="Textplatzhalter 3"/>
          <p:cNvSpPr>
            <a:spLocks noGrp="1"/>
          </p:cNvSpPr>
          <p:nvPr>
            <p:ph type="body" sz="quarter" idx="14" hasCustomPrompt="1"/>
          </p:nvPr>
        </p:nvSpPr>
        <p:spPr>
          <a:xfrm>
            <a:off x="334963" y="1268498"/>
            <a:ext cx="5029200" cy="723900"/>
          </a:xfrm>
        </p:spPr>
        <p:txBody>
          <a:bodyPr/>
          <a:lstStyle>
            <a:lvl1pPr marL="0" indent="0">
              <a:buNone/>
              <a:defRPr/>
            </a:lvl1pPr>
          </a:lstStyle>
          <a:p>
            <a:pPr lvl="0"/>
            <a:r>
              <a:rPr lang="de-DE" dirty="0" smtClean="0"/>
              <a:t>Buchquelle</a:t>
            </a:r>
            <a:endParaRPr lang="de-DE" dirty="0"/>
          </a:p>
        </p:txBody>
      </p:sp>
      <p:sp>
        <p:nvSpPr>
          <p:cNvPr id="10" name="T: Quellentext"/>
          <p:cNvSpPr>
            <a:spLocks noGrp="1"/>
          </p:cNvSpPr>
          <p:nvPr>
            <p:ph type="body" sz="quarter" idx="15" hasCustomPrompt="1"/>
          </p:nvPr>
        </p:nvSpPr>
        <p:spPr>
          <a:xfrm>
            <a:off x="6115424" y="1992398"/>
            <a:ext cx="5018400" cy="4077214"/>
          </a:xfrm>
        </p:spPr>
        <p:txBody>
          <a:bodyPr>
            <a:normAutofit/>
          </a:bodyPr>
          <a:lstStyle>
            <a:lvl1pPr marL="177800" marR="0" indent="-17780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1600"/>
            </a:lvl1pPr>
          </a:lstStyle>
          <a:p>
            <a:r>
              <a:rPr lang="de-DE" baseline="30000" dirty="0" smtClean="0"/>
              <a:t>1 </a:t>
            </a:r>
            <a:r>
              <a:rPr lang="de-DE" dirty="0" smtClean="0"/>
              <a:t>„Titel des Materials“ von Urheber A und Urheber B : </a:t>
            </a:r>
            <a:r>
              <a:rPr lang="de-DE" dirty="0" smtClean="0">
                <a:hlinkClick r:id="rId3"/>
              </a:rPr>
              <a:t>https://pixabay.com/DE/users</a:t>
            </a:r>
            <a:r>
              <a:rPr lang="de-DE" dirty="0" smtClean="0"/>
              <a:t> (link) ist lizensiert unter (CC-Lizenz) CC BY 4.0 International, in schwarz-weiß Bild umgewandelt (Angabe Veränderungen)</a:t>
            </a:r>
          </a:p>
          <a:p>
            <a:r>
              <a:rPr lang="de-DE" baseline="30000" dirty="0" smtClean="0"/>
              <a:t>2 </a:t>
            </a:r>
            <a:r>
              <a:rPr lang="de-DE" dirty="0" smtClean="0"/>
              <a:t>„Titel des Materials“ von Urheber A und Urheber B : </a:t>
            </a:r>
            <a:r>
              <a:rPr lang="de-DE" dirty="0" smtClean="0">
                <a:hlinkClick r:id="rId3"/>
              </a:rPr>
              <a:t>https://pixabay.com/DE/users</a:t>
            </a:r>
            <a:r>
              <a:rPr lang="de-DE" dirty="0" smtClean="0"/>
              <a:t> (link) ist lizensiert unter (CC-Lizenz) CC BY 4.0 International, in schwarz-weiß Bild umgewandelt (Angabe Veränderungen)</a:t>
            </a:r>
          </a:p>
          <a:p>
            <a:endParaRPr lang="de-DE" dirty="0"/>
          </a:p>
        </p:txBody>
      </p:sp>
      <p:sp>
        <p:nvSpPr>
          <p:cNvPr id="11" name="Textplatzhalter 3"/>
          <p:cNvSpPr>
            <a:spLocks noGrp="1"/>
          </p:cNvSpPr>
          <p:nvPr>
            <p:ph type="body" sz="quarter" idx="16" hasCustomPrompt="1"/>
          </p:nvPr>
        </p:nvSpPr>
        <p:spPr>
          <a:xfrm>
            <a:off x="6104935" y="1268498"/>
            <a:ext cx="5029200" cy="723900"/>
          </a:xfrm>
        </p:spPr>
        <p:txBody>
          <a:bodyPr/>
          <a:lstStyle>
            <a:lvl1pPr marL="0" indent="0">
              <a:buNone/>
              <a:defRPr/>
            </a:lvl1pPr>
          </a:lstStyle>
          <a:p>
            <a:pPr lvl="0"/>
            <a:r>
              <a:rPr lang="de-DE" dirty="0" smtClean="0"/>
              <a:t>Abbildungen</a:t>
            </a:r>
            <a:endParaRPr lang="de-DE" dirty="0"/>
          </a:p>
        </p:txBody>
      </p:sp>
    </p:spTree>
    <p:extLst>
      <p:ext uri="{BB962C8B-B14F-4D97-AF65-F5344CB8AC3E}">
        <p14:creationId xmlns:p14="http://schemas.microsoft.com/office/powerpoint/2010/main" val="1882319181"/>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Abschlussfolie">
    <p:spTree>
      <p:nvGrpSpPr>
        <p:cNvPr id="1" name=""/>
        <p:cNvGrpSpPr/>
        <p:nvPr/>
      </p:nvGrpSpPr>
      <p:grpSpPr>
        <a:xfrm>
          <a:off x="0" y="0"/>
          <a:ext cx="0" cy="0"/>
          <a:chOff x="0" y="0"/>
          <a:chExt cx="0" cy="0"/>
        </a:xfrm>
      </p:grpSpPr>
      <p:grpSp>
        <p:nvGrpSpPr>
          <p:cNvPr id="6" name="Gruppieren 5"/>
          <p:cNvGrpSpPr/>
          <p:nvPr userDrawn="1"/>
        </p:nvGrpSpPr>
        <p:grpSpPr>
          <a:xfrm>
            <a:off x="-13606" y="532132"/>
            <a:ext cx="12205606" cy="6351728"/>
            <a:chOff x="-13606" y="532132"/>
            <a:chExt cx="12205606" cy="6351728"/>
          </a:xfrm>
        </p:grpSpPr>
        <p:sp>
          <p:nvSpPr>
            <p:cNvPr id="7" name="Freihandform 6"/>
            <p:cNvSpPr/>
            <p:nvPr userDrawn="1"/>
          </p:nvSpPr>
          <p:spPr>
            <a:xfrm>
              <a:off x="-13606" y="580257"/>
              <a:ext cx="12205606" cy="6303603"/>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 name="connsiteX0" fmla="*/ 9427 w 12201427"/>
                <a:gd name="connsiteY0" fmla="*/ 0 h 6347333"/>
                <a:gd name="connsiteX1" fmla="*/ 3463696 w 12201427"/>
                <a:gd name="connsiteY1" fmla="*/ 0 h 6347333"/>
                <a:gd name="connsiteX2" fmla="*/ 3834517 w 12201427"/>
                <a:gd name="connsiteY2" fmla="*/ 351771 h 6347333"/>
                <a:gd name="connsiteX3" fmla="*/ 4205337 w 12201427"/>
                <a:gd name="connsiteY3" fmla="*/ 0 h 6347333"/>
                <a:gd name="connsiteX4" fmla="*/ 12201427 w 12201427"/>
                <a:gd name="connsiteY4" fmla="*/ 0 h 6347333"/>
                <a:gd name="connsiteX5" fmla="*/ 12201427 w 12201427"/>
                <a:gd name="connsiteY5" fmla="*/ 757238 h 6347333"/>
                <a:gd name="connsiteX6" fmla="*/ 0 w 12201427"/>
                <a:gd name="connsiteY6" fmla="*/ 6347333 h 6347333"/>
                <a:gd name="connsiteX7" fmla="*/ 9427 w 12201427"/>
                <a:gd name="connsiteY7" fmla="*/ 0 h 6347333"/>
                <a:gd name="connsiteX0" fmla="*/ 9427 w 12201427"/>
                <a:gd name="connsiteY0" fmla="*/ 0 h 6347333"/>
                <a:gd name="connsiteX1" fmla="*/ 3463696 w 12201427"/>
                <a:gd name="connsiteY1" fmla="*/ 0 h 6347333"/>
                <a:gd name="connsiteX2" fmla="*/ 3834517 w 12201427"/>
                <a:gd name="connsiteY2" fmla="*/ 351771 h 6347333"/>
                <a:gd name="connsiteX3" fmla="*/ 4205337 w 12201427"/>
                <a:gd name="connsiteY3" fmla="*/ 0 h 6347333"/>
                <a:gd name="connsiteX4" fmla="*/ 12201427 w 12201427"/>
                <a:gd name="connsiteY4" fmla="*/ 0 h 6347333"/>
                <a:gd name="connsiteX5" fmla="*/ 12201427 w 12201427"/>
                <a:gd name="connsiteY5" fmla="*/ 6319052 h 6347333"/>
                <a:gd name="connsiteX6" fmla="*/ 0 w 12201427"/>
                <a:gd name="connsiteY6" fmla="*/ 6347333 h 6347333"/>
                <a:gd name="connsiteX7" fmla="*/ 9427 w 12201427"/>
                <a:gd name="connsiteY7" fmla="*/ 0 h 6347333"/>
                <a:gd name="connsiteX0" fmla="*/ 908 w 12192908"/>
                <a:gd name="connsiteY0" fmla="*/ 0 h 6319052"/>
                <a:gd name="connsiteX1" fmla="*/ 3455177 w 12192908"/>
                <a:gd name="connsiteY1" fmla="*/ 0 h 6319052"/>
                <a:gd name="connsiteX2" fmla="*/ 3825998 w 12192908"/>
                <a:gd name="connsiteY2" fmla="*/ 351771 h 6319052"/>
                <a:gd name="connsiteX3" fmla="*/ 4196818 w 12192908"/>
                <a:gd name="connsiteY3" fmla="*/ 0 h 6319052"/>
                <a:gd name="connsiteX4" fmla="*/ 12192908 w 12192908"/>
                <a:gd name="connsiteY4" fmla="*/ 0 h 6319052"/>
                <a:gd name="connsiteX5" fmla="*/ 12192908 w 12192908"/>
                <a:gd name="connsiteY5" fmla="*/ 6319052 h 6319052"/>
                <a:gd name="connsiteX6" fmla="*/ 908 w 12192908"/>
                <a:gd name="connsiteY6" fmla="*/ 5640322 h 6319052"/>
                <a:gd name="connsiteX7" fmla="*/ 908 w 12192908"/>
                <a:gd name="connsiteY7" fmla="*/ 0 h 6319052"/>
                <a:gd name="connsiteX0" fmla="*/ 9427 w 12201427"/>
                <a:gd name="connsiteY0" fmla="*/ 0 h 6319052"/>
                <a:gd name="connsiteX1" fmla="*/ 3463696 w 12201427"/>
                <a:gd name="connsiteY1" fmla="*/ 0 h 6319052"/>
                <a:gd name="connsiteX2" fmla="*/ 3834517 w 12201427"/>
                <a:gd name="connsiteY2" fmla="*/ 351771 h 6319052"/>
                <a:gd name="connsiteX3" fmla="*/ 4205337 w 12201427"/>
                <a:gd name="connsiteY3" fmla="*/ 0 h 6319052"/>
                <a:gd name="connsiteX4" fmla="*/ 12201427 w 12201427"/>
                <a:gd name="connsiteY4" fmla="*/ 0 h 6319052"/>
                <a:gd name="connsiteX5" fmla="*/ 12201427 w 12201427"/>
                <a:gd name="connsiteY5" fmla="*/ 6319052 h 6319052"/>
                <a:gd name="connsiteX6" fmla="*/ 0 w 12201427"/>
                <a:gd name="connsiteY6" fmla="*/ 5414079 h 6319052"/>
                <a:gd name="connsiteX7" fmla="*/ 9427 w 12201427"/>
                <a:gd name="connsiteY7" fmla="*/ 0 h 6319052"/>
                <a:gd name="connsiteX0" fmla="*/ 9427 w 12201427"/>
                <a:gd name="connsiteY0" fmla="*/ 0 h 5630896"/>
                <a:gd name="connsiteX1" fmla="*/ 3463696 w 12201427"/>
                <a:gd name="connsiteY1" fmla="*/ 0 h 5630896"/>
                <a:gd name="connsiteX2" fmla="*/ 3834517 w 12201427"/>
                <a:gd name="connsiteY2" fmla="*/ 351771 h 5630896"/>
                <a:gd name="connsiteX3" fmla="*/ 4205337 w 12201427"/>
                <a:gd name="connsiteY3" fmla="*/ 0 h 5630896"/>
                <a:gd name="connsiteX4" fmla="*/ 12201427 w 12201427"/>
                <a:gd name="connsiteY4" fmla="*/ 0 h 5630896"/>
                <a:gd name="connsiteX5" fmla="*/ 12144866 w 12201427"/>
                <a:gd name="connsiteY5" fmla="*/ 5630896 h 5630896"/>
                <a:gd name="connsiteX6" fmla="*/ 0 w 12201427"/>
                <a:gd name="connsiteY6" fmla="*/ 5414079 h 5630896"/>
                <a:gd name="connsiteX7" fmla="*/ 9427 w 12201427"/>
                <a:gd name="connsiteY7" fmla="*/ 0 h 5630896"/>
                <a:gd name="connsiteX0" fmla="*/ 9427 w 12201427"/>
                <a:gd name="connsiteY0" fmla="*/ 0 h 5659176"/>
                <a:gd name="connsiteX1" fmla="*/ 3463696 w 12201427"/>
                <a:gd name="connsiteY1" fmla="*/ 0 h 5659176"/>
                <a:gd name="connsiteX2" fmla="*/ 3834517 w 12201427"/>
                <a:gd name="connsiteY2" fmla="*/ 351771 h 5659176"/>
                <a:gd name="connsiteX3" fmla="*/ 4205337 w 12201427"/>
                <a:gd name="connsiteY3" fmla="*/ 0 h 5659176"/>
                <a:gd name="connsiteX4" fmla="*/ 12201427 w 12201427"/>
                <a:gd name="connsiteY4" fmla="*/ 0 h 5659176"/>
                <a:gd name="connsiteX5" fmla="*/ 12192000 w 12201427"/>
                <a:gd name="connsiteY5" fmla="*/ 5659176 h 5659176"/>
                <a:gd name="connsiteX6" fmla="*/ 0 w 12201427"/>
                <a:gd name="connsiteY6" fmla="*/ 5414079 h 5659176"/>
                <a:gd name="connsiteX7" fmla="*/ 9427 w 12201427"/>
                <a:gd name="connsiteY7" fmla="*/ 0 h 5659176"/>
                <a:gd name="connsiteX0" fmla="*/ 908 w 12192908"/>
                <a:gd name="connsiteY0" fmla="*/ 0 h 5659176"/>
                <a:gd name="connsiteX1" fmla="*/ 3455177 w 12192908"/>
                <a:gd name="connsiteY1" fmla="*/ 0 h 5659176"/>
                <a:gd name="connsiteX2" fmla="*/ 3825998 w 12192908"/>
                <a:gd name="connsiteY2" fmla="*/ 351771 h 5659176"/>
                <a:gd name="connsiteX3" fmla="*/ 4196818 w 12192908"/>
                <a:gd name="connsiteY3" fmla="*/ 0 h 5659176"/>
                <a:gd name="connsiteX4" fmla="*/ 12192908 w 12192908"/>
                <a:gd name="connsiteY4" fmla="*/ 0 h 5659176"/>
                <a:gd name="connsiteX5" fmla="*/ 12183481 w 12192908"/>
                <a:gd name="connsiteY5" fmla="*/ 5659176 h 5659176"/>
                <a:gd name="connsiteX6" fmla="*/ 908 w 12192908"/>
                <a:gd name="connsiteY6" fmla="*/ 5630895 h 5659176"/>
                <a:gd name="connsiteX7" fmla="*/ 908 w 12192908"/>
                <a:gd name="connsiteY7" fmla="*/ 0 h 5659176"/>
                <a:gd name="connsiteX0" fmla="*/ 908 w 12193814"/>
                <a:gd name="connsiteY0" fmla="*/ 0 h 5668603"/>
                <a:gd name="connsiteX1" fmla="*/ 3455177 w 12193814"/>
                <a:gd name="connsiteY1" fmla="*/ 0 h 5668603"/>
                <a:gd name="connsiteX2" fmla="*/ 3825998 w 12193814"/>
                <a:gd name="connsiteY2" fmla="*/ 351771 h 5668603"/>
                <a:gd name="connsiteX3" fmla="*/ 4196818 w 12193814"/>
                <a:gd name="connsiteY3" fmla="*/ 0 h 5668603"/>
                <a:gd name="connsiteX4" fmla="*/ 12192908 w 12193814"/>
                <a:gd name="connsiteY4" fmla="*/ 0 h 5668603"/>
                <a:gd name="connsiteX5" fmla="*/ 12192907 w 12193814"/>
                <a:gd name="connsiteY5" fmla="*/ 5668603 h 5668603"/>
                <a:gd name="connsiteX6" fmla="*/ 908 w 12193814"/>
                <a:gd name="connsiteY6" fmla="*/ 5630895 h 5668603"/>
                <a:gd name="connsiteX7" fmla="*/ 908 w 12193814"/>
                <a:gd name="connsiteY7" fmla="*/ 0 h 5668603"/>
                <a:gd name="connsiteX0" fmla="*/ 12700 w 12205606"/>
                <a:gd name="connsiteY0" fmla="*/ 0 h 6278779"/>
                <a:gd name="connsiteX1" fmla="*/ 3466969 w 12205606"/>
                <a:gd name="connsiteY1" fmla="*/ 0 h 6278779"/>
                <a:gd name="connsiteX2" fmla="*/ 3837790 w 12205606"/>
                <a:gd name="connsiteY2" fmla="*/ 351771 h 6278779"/>
                <a:gd name="connsiteX3" fmla="*/ 4208610 w 12205606"/>
                <a:gd name="connsiteY3" fmla="*/ 0 h 6278779"/>
                <a:gd name="connsiteX4" fmla="*/ 12204700 w 12205606"/>
                <a:gd name="connsiteY4" fmla="*/ 0 h 6278779"/>
                <a:gd name="connsiteX5" fmla="*/ 12204699 w 12205606"/>
                <a:gd name="connsiteY5" fmla="*/ 5668603 h 6278779"/>
                <a:gd name="connsiteX6" fmla="*/ 0 w 12205606"/>
                <a:gd name="connsiteY6" fmla="*/ 6278595 h 6278779"/>
                <a:gd name="connsiteX7" fmla="*/ 12700 w 12205606"/>
                <a:gd name="connsiteY7" fmla="*/ 0 h 6278779"/>
                <a:gd name="connsiteX0" fmla="*/ 12700 w 12205606"/>
                <a:gd name="connsiteY0" fmla="*/ 0 h 6303603"/>
                <a:gd name="connsiteX1" fmla="*/ 3466969 w 12205606"/>
                <a:gd name="connsiteY1" fmla="*/ 0 h 6303603"/>
                <a:gd name="connsiteX2" fmla="*/ 3837790 w 12205606"/>
                <a:gd name="connsiteY2" fmla="*/ 351771 h 6303603"/>
                <a:gd name="connsiteX3" fmla="*/ 4208610 w 12205606"/>
                <a:gd name="connsiteY3" fmla="*/ 0 h 6303603"/>
                <a:gd name="connsiteX4" fmla="*/ 12204700 w 12205606"/>
                <a:gd name="connsiteY4" fmla="*/ 0 h 6303603"/>
                <a:gd name="connsiteX5" fmla="*/ 12204699 w 12205606"/>
                <a:gd name="connsiteY5" fmla="*/ 6303603 h 6303603"/>
                <a:gd name="connsiteX6" fmla="*/ 0 w 12205606"/>
                <a:gd name="connsiteY6" fmla="*/ 6278595 h 6303603"/>
                <a:gd name="connsiteX7" fmla="*/ 12700 w 12205606"/>
                <a:gd name="connsiteY7" fmla="*/ 0 h 6303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205606" h="6303603">
                  <a:moveTo>
                    <a:pt x="12700" y="0"/>
                  </a:moveTo>
                  <a:lnTo>
                    <a:pt x="3466969" y="0"/>
                  </a:lnTo>
                  <a:lnTo>
                    <a:pt x="3837790" y="351771"/>
                  </a:lnTo>
                  <a:lnTo>
                    <a:pt x="4208610" y="0"/>
                  </a:lnTo>
                  <a:lnTo>
                    <a:pt x="12204700" y="0"/>
                  </a:lnTo>
                  <a:cubicBezTo>
                    <a:pt x="12201558" y="1886392"/>
                    <a:pt x="12207841" y="4417211"/>
                    <a:pt x="12204699" y="6303603"/>
                  </a:cubicBezTo>
                  <a:lnTo>
                    <a:pt x="0" y="6278595"/>
                  </a:lnTo>
                  <a:cubicBezTo>
                    <a:pt x="3142" y="4162817"/>
                    <a:pt x="9558" y="2115778"/>
                    <a:pt x="12700" y="0"/>
                  </a:cubicBez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8" name="Grafik 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532132"/>
              <a:ext cx="12192000" cy="409956"/>
            </a:xfrm>
            <a:prstGeom prst="rect">
              <a:avLst/>
            </a:prstGeom>
          </p:spPr>
        </p:pic>
      </p:grpSp>
      <p:sp>
        <p:nvSpPr>
          <p:cNvPr id="3" name="Datumsplatzhalter 2"/>
          <p:cNvSpPr>
            <a:spLocks noGrp="1"/>
          </p:cNvSpPr>
          <p:nvPr>
            <p:ph type="dt" sz="half" idx="10"/>
          </p:nvPr>
        </p:nvSpPr>
        <p:spPr/>
        <p:txBody>
          <a:bodyPr/>
          <a:lstStyle/>
          <a:p>
            <a:fld id="{EA1F796F-474B-49D8-80F8-F810CDE790FA}" type="datetime1">
              <a:rPr lang="de-DE" smtClean="0"/>
              <a:t>26.06.2023</a:t>
            </a:fld>
            <a:endParaRPr lang="de-DE"/>
          </a:p>
        </p:txBody>
      </p:sp>
      <p:sp>
        <p:nvSpPr>
          <p:cNvPr id="4" name="Fußzeilenplatzhalter 3"/>
          <p:cNvSpPr>
            <a:spLocks noGrp="1"/>
          </p:cNvSpPr>
          <p:nvPr>
            <p:ph type="ftr" sz="quarter" idx="11"/>
          </p:nvPr>
        </p:nvSpPr>
        <p:spPr/>
        <p:txBody>
          <a:bodyPr/>
          <a:lstStyle/>
          <a:p>
            <a:r>
              <a:rPr lang="de-DE" smtClean="0"/>
              <a:t>Präsentationsthema</a:t>
            </a:r>
            <a:endParaRPr lang="de-DE" dirty="0"/>
          </a:p>
        </p:txBody>
      </p:sp>
      <p:sp>
        <p:nvSpPr>
          <p:cNvPr id="5" name="Foliennummernplatzhalter 4"/>
          <p:cNvSpPr>
            <a:spLocks noGrp="1"/>
          </p:cNvSpPr>
          <p:nvPr>
            <p:ph type="sldNum" sz="quarter" idx="12"/>
          </p:nvPr>
        </p:nvSpPr>
        <p:spPr/>
        <p:txBody>
          <a:bodyPr/>
          <a:lstStyle/>
          <a:p>
            <a:fld id="{220551C3-A462-45EE-8D4B-53AADAADD6D4}" type="slidenum">
              <a:rPr lang="de-DE" smtClean="0"/>
              <a:t>‹Nr.›</a:t>
            </a:fld>
            <a:endParaRPr lang="de-DE"/>
          </a:p>
        </p:txBody>
      </p:sp>
      <p:pic>
        <p:nvPicPr>
          <p:cNvPr id="9" name="Grafik 8"/>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10" name="Textplatzhalter 12"/>
          <p:cNvSpPr>
            <a:spLocks noGrp="1"/>
          </p:cNvSpPr>
          <p:nvPr>
            <p:ph type="body" sz="quarter" idx="13" hasCustomPrompt="1"/>
          </p:nvPr>
        </p:nvSpPr>
        <p:spPr>
          <a:xfrm>
            <a:off x="1736725" y="2709863"/>
            <a:ext cx="8686800" cy="1455737"/>
          </a:xfrm>
        </p:spPr>
        <p:txBody>
          <a:bodyPr>
            <a:noAutofit/>
          </a:bodyPr>
          <a:lstStyle>
            <a:lvl1pPr marL="0" indent="0" algn="ctr">
              <a:buNone/>
              <a:defRPr sz="7200" b="1" baseline="0">
                <a:solidFill>
                  <a:schemeClr val="accent2"/>
                </a:solidFill>
              </a:defRPr>
            </a:lvl1pPr>
          </a:lstStyle>
          <a:p>
            <a:pPr lvl="0"/>
            <a:r>
              <a:rPr lang="de-DE" dirty="0" smtClean="0"/>
              <a:t>VIELEN DANK!</a:t>
            </a:r>
            <a:endParaRPr lang="de-DE" dirty="0"/>
          </a:p>
        </p:txBody>
      </p:sp>
    </p:spTree>
    <p:extLst>
      <p:ext uri="{BB962C8B-B14F-4D97-AF65-F5344CB8AC3E}">
        <p14:creationId xmlns:p14="http://schemas.microsoft.com/office/powerpoint/2010/main" val="191520970"/>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Iconpool">
    <p:spTree>
      <p:nvGrpSpPr>
        <p:cNvPr id="1" name=""/>
        <p:cNvGrpSpPr/>
        <p:nvPr/>
      </p:nvGrpSpPr>
      <p:grpSpPr>
        <a:xfrm>
          <a:off x="0" y="0"/>
          <a:ext cx="0" cy="0"/>
          <a:chOff x="0" y="0"/>
          <a:chExt cx="0" cy="0"/>
        </a:xfrm>
      </p:grpSpPr>
      <p:sp>
        <p:nvSpPr>
          <p:cNvPr id="11" name="Rechteck 10"/>
          <p:cNvSpPr/>
          <p:nvPr userDrawn="1"/>
        </p:nvSpPr>
        <p:spPr>
          <a:xfrm>
            <a:off x="0" y="0"/>
            <a:ext cx="12192000" cy="6858000"/>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de-DE"/>
          </a:p>
        </p:txBody>
      </p:sp>
      <p:grpSp>
        <p:nvGrpSpPr>
          <p:cNvPr id="7" name="Gruppieren 6"/>
          <p:cNvGrpSpPr/>
          <p:nvPr userDrawn="1"/>
        </p:nvGrpSpPr>
        <p:grpSpPr>
          <a:xfrm>
            <a:off x="0" y="6083955"/>
            <a:ext cx="12192000" cy="792064"/>
            <a:chOff x="0" y="6083955"/>
            <a:chExt cx="12192000" cy="792064"/>
          </a:xfrm>
        </p:grpSpPr>
        <p:sp>
          <p:nvSpPr>
            <p:cNvPr id="8" name="Freihandform 7"/>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9" name="Grafik 8"/>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pic>
        <p:nvPicPr>
          <p:cNvPr id="10" name="Grafik 9"/>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Tree>
    <p:extLst>
      <p:ext uri="{BB962C8B-B14F-4D97-AF65-F5344CB8AC3E}">
        <p14:creationId xmlns:p14="http://schemas.microsoft.com/office/powerpoint/2010/main" val="91058719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image" Target="../media/image1.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9" name="Grafik 8"/>
          <p:cNvPicPr>
            <a:picLocks noChangeAspect="1"/>
          </p:cNvPicPr>
          <p:nvPr userDrawn="1"/>
        </p:nvPicPr>
        <p:blipFill>
          <a:blip r:embed="rId34"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2" name="Titelplatzhalt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de-DE" smtClean="0"/>
              <a:t>Titelmasterformat durch Klicken bearbeiten</a:t>
            </a:r>
            <a:endParaRPr lang="de-DE"/>
          </a:p>
        </p:txBody>
      </p:sp>
      <p:sp>
        <p:nvSpPr>
          <p:cNvPr id="3" name="Textplatzhalt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de-DE" smtClean="0"/>
              <a:t>Formatvorlagen des Textmasters bearbeiten</a:t>
            </a:r>
          </a:p>
          <a:p>
            <a:pPr lvl="1"/>
            <a:r>
              <a:rPr lang="de-DE" smtClean="0"/>
              <a:t>Zweite Ebene</a:t>
            </a:r>
          </a:p>
          <a:p>
            <a:pPr lvl="2"/>
            <a:r>
              <a:rPr lang="de-DE" smtClean="0"/>
              <a:t>Dritte Ebene</a:t>
            </a:r>
          </a:p>
          <a:p>
            <a:pPr lvl="3"/>
            <a:r>
              <a:rPr lang="de-DE" smtClean="0"/>
              <a:t>Vierte Ebene</a:t>
            </a:r>
          </a:p>
          <a:p>
            <a:pPr lvl="4"/>
            <a:r>
              <a:rPr lang="de-DE" smtClean="0"/>
              <a:t>Fünfte Ebene</a:t>
            </a:r>
            <a:endParaRPr lang="de-DE"/>
          </a:p>
        </p:txBody>
      </p:sp>
      <p:sp>
        <p:nvSpPr>
          <p:cNvPr id="4" name="Datumsplatzhalter 3"/>
          <p:cNvSpPr>
            <a:spLocks noGrp="1"/>
          </p:cNvSpPr>
          <p:nvPr>
            <p:ph type="dt" sz="half" idx="2"/>
          </p:nvPr>
        </p:nvSpPr>
        <p:spPr>
          <a:xfrm>
            <a:off x="3949046" y="6311900"/>
            <a:ext cx="1414806" cy="409575"/>
          </a:xfrm>
          <a:prstGeom prst="rect">
            <a:avLst/>
          </a:prstGeom>
        </p:spPr>
        <p:txBody>
          <a:bodyPr vert="horz" lIns="91440" tIns="45720" rIns="91440" bIns="45720" rtlCol="0" anchor="ctr"/>
          <a:lstStyle>
            <a:lvl1pPr algn="l">
              <a:defRPr sz="1200">
                <a:solidFill>
                  <a:schemeClr val="tx1">
                    <a:tint val="75000"/>
                  </a:schemeClr>
                </a:solidFill>
              </a:defRPr>
            </a:lvl1pPr>
          </a:lstStyle>
          <a:p>
            <a:fld id="{531AF126-75A8-4461-AC2D-D5AEDEB06E31}" type="datetime1">
              <a:rPr lang="de-DE" smtClean="0"/>
              <a:t>26.06.2023</a:t>
            </a:fld>
            <a:endParaRPr lang="de-DE"/>
          </a:p>
        </p:txBody>
      </p:sp>
      <p:sp>
        <p:nvSpPr>
          <p:cNvPr id="5" name="Fußzeilenplatzhalter 4"/>
          <p:cNvSpPr>
            <a:spLocks noGrp="1"/>
          </p:cNvSpPr>
          <p:nvPr>
            <p:ph type="ftr" sz="quarter" idx="3"/>
          </p:nvPr>
        </p:nvSpPr>
        <p:spPr>
          <a:xfrm>
            <a:off x="5363852" y="6311900"/>
            <a:ext cx="4326902" cy="40957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de-DE" smtClean="0"/>
              <a:t>Präsentationsthema</a:t>
            </a:r>
            <a:endParaRPr lang="de-DE" dirty="0"/>
          </a:p>
        </p:txBody>
      </p:sp>
      <p:sp>
        <p:nvSpPr>
          <p:cNvPr id="6" name="Foliennummernplatzhalter 5"/>
          <p:cNvSpPr>
            <a:spLocks noGrp="1"/>
          </p:cNvSpPr>
          <p:nvPr>
            <p:ph type="sldNum" sz="quarter" idx="4"/>
          </p:nvPr>
        </p:nvSpPr>
        <p:spPr>
          <a:xfrm>
            <a:off x="9690754" y="6311900"/>
            <a:ext cx="1663045" cy="409575"/>
          </a:xfrm>
          <a:prstGeom prst="rect">
            <a:avLst/>
          </a:prstGeom>
        </p:spPr>
        <p:txBody>
          <a:bodyPr vert="horz" lIns="91440" tIns="45720" rIns="91440" bIns="45720" rtlCol="0" anchor="ctr"/>
          <a:lstStyle>
            <a:lvl1pPr algn="r">
              <a:defRPr sz="1200">
                <a:solidFill>
                  <a:schemeClr val="tx1">
                    <a:tint val="75000"/>
                  </a:schemeClr>
                </a:solidFill>
              </a:defRPr>
            </a:lvl1pPr>
          </a:lstStyle>
          <a:p>
            <a:fld id="{220551C3-A462-45EE-8D4B-53AADAADD6D4}" type="slidenum">
              <a:rPr lang="de-DE" smtClean="0"/>
              <a:t>‹Nr.›</a:t>
            </a:fld>
            <a:endParaRPr lang="de-DE"/>
          </a:p>
        </p:txBody>
      </p:sp>
    </p:spTree>
    <p:extLst>
      <p:ext uri="{BB962C8B-B14F-4D97-AF65-F5344CB8AC3E}">
        <p14:creationId xmlns:p14="http://schemas.microsoft.com/office/powerpoint/2010/main" val="237255929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60" r:id="rId5"/>
    <p:sldLayoutId id="2147483653" r:id="rId6"/>
    <p:sldLayoutId id="2147483661" r:id="rId7"/>
    <p:sldLayoutId id="2147483654" r:id="rId8"/>
    <p:sldLayoutId id="2147483664" r:id="rId9"/>
    <p:sldLayoutId id="2147483662" r:id="rId10"/>
    <p:sldLayoutId id="2147483663" r:id="rId11"/>
    <p:sldLayoutId id="2147483655" r:id="rId12"/>
    <p:sldLayoutId id="2147483666" r:id="rId13"/>
    <p:sldLayoutId id="2147483665" r:id="rId14"/>
    <p:sldLayoutId id="2147483667" r:id="rId15"/>
    <p:sldLayoutId id="2147483656" r:id="rId16"/>
    <p:sldLayoutId id="2147483671" r:id="rId17"/>
    <p:sldLayoutId id="2147483672" r:id="rId18"/>
    <p:sldLayoutId id="2147483673" r:id="rId19"/>
    <p:sldLayoutId id="2147483674" r:id="rId20"/>
    <p:sldLayoutId id="2147483681" r:id="rId21"/>
    <p:sldLayoutId id="2147483685" r:id="rId22"/>
    <p:sldLayoutId id="2147483675" r:id="rId23"/>
    <p:sldLayoutId id="2147483676" r:id="rId24"/>
    <p:sldLayoutId id="2147483677" r:id="rId25"/>
    <p:sldLayoutId id="2147483684" r:id="rId26"/>
    <p:sldLayoutId id="2147483682" r:id="rId27"/>
    <p:sldLayoutId id="2147483683" r:id="rId28"/>
    <p:sldLayoutId id="2147483678" r:id="rId29"/>
    <p:sldLayoutId id="2147483679" r:id="rId30"/>
    <p:sldLayoutId id="2147483680" r:id="rId31"/>
    <p:sldLayoutId id="2147483659" r:id="rId32"/>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userDrawn="1">
          <p15:clr>
            <a:srgbClr val="000000"/>
          </p15:clr>
        </p15:guide>
        <p15:guide id="2" pos="211" userDrawn="1">
          <p15:clr>
            <a:srgbClr val="000000"/>
          </p15:clr>
        </p15:guide>
        <p15:guide id="3" orient="horz" pos="4320" userDrawn="1">
          <p15:clr>
            <a:srgbClr val="000000"/>
          </p15:clr>
        </p15:guide>
        <p15:guide id="4" orient="horz" pos="3974" userDrawn="1">
          <p15:clr>
            <a:srgbClr val="000000"/>
          </p15:clr>
        </p15:guide>
        <p15:guide id="5" pos="7673" userDrawn="1">
          <p15:clr>
            <a:srgbClr val="000000"/>
          </p15:clr>
        </p15:guide>
        <p15:guide id="6" pos="7469" userDrawn="1">
          <p15:clr>
            <a:srgbClr val="000000"/>
          </p15:clr>
        </p15:guide>
        <p15:guide id="7" orient="horz" userDrawn="1">
          <p15:clr>
            <a:srgbClr val="000000"/>
          </p15:clr>
        </p15:guide>
        <p15:guide id="8" orient="horz" pos="346" userDrawn="1">
          <p15:clr>
            <a:srgbClr val="000000"/>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Grafik 46" descr="Präsentation mit Checkliste">
            <a:extLst>
              <a:ext uri="{FF2B5EF4-FFF2-40B4-BE49-F238E27FC236}">
                <a16:creationId xmlns:a16="http://schemas.microsoft.com/office/drawing/2014/main" id="{45B54F59-429D-4CFF-859E-311E7A2B2C1C}"/>
              </a:ext>
            </a:extLst>
          </p:cNvPr>
          <p:cNvGrpSpPr/>
          <p:nvPr/>
        </p:nvGrpSpPr>
        <p:grpSpPr>
          <a:xfrm>
            <a:off x="34786" y="957826"/>
            <a:ext cx="4621663" cy="4621663"/>
            <a:chOff x="1328589" y="3740852"/>
            <a:chExt cx="652113" cy="652113"/>
          </a:xfrm>
          <a:solidFill>
            <a:schemeClr val="bg1"/>
          </a:solidFill>
        </p:grpSpPr>
        <p:sp>
          <p:nvSpPr>
            <p:cNvPr id="10" name="Freihandform: Form 123">
              <a:extLst>
                <a:ext uri="{FF2B5EF4-FFF2-40B4-BE49-F238E27FC236}">
                  <a16:creationId xmlns:a16="http://schemas.microsoft.com/office/drawing/2014/main" id="{D19406B6-2121-4DB0-BE56-6546B216E7A6}"/>
                </a:ext>
              </a:extLst>
            </p:cNvPr>
            <p:cNvSpPr/>
            <p:nvPr/>
          </p:nvSpPr>
          <p:spPr>
            <a:xfrm>
              <a:off x="1396517" y="3815573"/>
              <a:ext cx="516256" cy="509463"/>
            </a:xfrm>
            <a:custGeom>
              <a:avLst/>
              <a:gdLst>
                <a:gd name="connsiteX0" fmla="*/ 448328 w 516256"/>
                <a:gd name="connsiteY0" fmla="*/ 74721 h 509463"/>
                <a:gd name="connsiteX1" fmla="*/ 448328 w 516256"/>
                <a:gd name="connsiteY1" fmla="*/ 319264 h 509463"/>
                <a:gd name="connsiteX2" fmla="*/ 67928 w 516256"/>
                <a:gd name="connsiteY2" fmla="*/ 319264 h 509463"/>
                <a:gd name="connsiteX3" fmla="*/ 67928 w 516256"/>
                <a:gd name="connsiteY3" fmla="*/ 74721 h 509463"/>
                <a:gd name="connsiteX4" fmla="*/ 502670 w 516256"/>
                <a:gd name="connsiteY4" fmla="*/ 332849 h 509463"/>
                <a:gd name="connsiteX5" fmla="*/ 489085 w 516256"/>
                <a:gd name="connsiteY5" fmla="*/ 332849 h 509463"/>
                <a:gd name="connsiteX6" fmla="*/ 489085 w 516256"/>
                <a:gd name="connsiteY6" fmla="*/ 54343 h 509463"/>
                <a:gd name="connsiteX7" fmla="*/ 502670 w 516256"/>
                <a:gd name="connsiteY7" fmla="*/ 54343 h 509463"/>
                <a:gd name="connsiteX8" fmla="*/ 516256 w 516256"/>
                <a:gd name="connsiteY8" fmla="*/ 40757 h 509463"/>
                <a:gd name="connsiteX9" fmla="*/ 502670 w 516256"/>
                <a:gd name="connsiteY9" fmla="*/ 27171 h 509463"/>
                <a:gd name="connsiteX10" fmla="*/ 271714 w 516256"/>
                <a:gd name="connsiteY10" fmla="*/ 27171 h 509463"/>
                <a:gd name="connsiteX11" fmla="*/ 271714 w 516256"/>
                <a:gd name="connsiteY11" fmla="*/ 13586 h 509463"/>
                <a:gd name="connsiteX12" fmla="*/ 258128 w 516256"/>
                <a:gd name="connsiteY12" fmla="*/ 0 h 509463"/>
                <a:gd name="connsiteX13" fmla="*/ 244542 w 516256"/>
                <a:gd name="connsiteY13" fmla="*/ 13586 h 509463"/>
                <a:gd name="connsiteX14" fmla="*/ 244542 w 516256"/>
                <a:gd name="connsiteY14" fmla="*/ 27171 h 509463"/>
                <a:gd name="connsiteX15" fmla="*/ 13586 w 516256"/>
                <a:gd name="connsiteY15" fmla="*/ 27171 h 509463"/>
                <a:gd name="connsiteX16" fmla="*/ 0 w 516256"/>
                <a:gd name="connsiteY16" fmla="*/ 40757 h 509463"/>
                <a:gd name="connsiteX17" fmla="*/ 13586 w 516256"/>
                <a:gd name="connsiteY17" fmla="*/ 54343 h 509463"/>
                <a:gd name="connsiteX18" fmla="*/ 27171 w 516256"/>
                <a:gd name="connsiteY18" fmla="*/ 54343 h 509463"/>
                <a:gd name="connsiteX19" fmla="*/ 27171 w 516256"/>
                <a:gd name="connsiteY19" fmla="*/ 332849 h 509463"/>
                <a:gd name="connsiteX20" fmla="*/ 13586 w 516256"/>
                <a:gd name="connsiteY20" fmla="*/ 332849 h 509463"/>
                <a:gd name="connsiteX21" fmla="*/ 0 w 516256"/>
                <a:gd name="connsiteY21" fmla="*/ 346435 h 509463"/>
                <a:gd name="connsiteX22" fmla="*/ 13586 w 516256"/>
                <a:gd name="connsiteY22" fmla="*/ 360021 h 509463"/>
                <a:gd name="connsiteX23" fmla="*/ 221039 w 516256"/>
                <a:gd name="connsiteY23" fmla="*/ 360021 h 509463"/>
                <a:gd name="connsiteX24" fmla="*/ 116429 w 516256"/>
                <a:gd name="connsiteY24" fmla="*/ 464631 h 509463"/>
                <a:gd name="connsiteX25" fmla="*/ 116531 w 516256"/>
                <a:gd name="connsiteY25" fmla="*/ 483956 h 509463"/>
                <a:gd name="connsiteX26" fmla="*/ 135857 w 516256"/>
                <a:gd name="connsiteY26" fmla="*/ 483854 h 509463"/>
                <a:gd name="connsiteX27" fmla="*/ 244542 w 516256"/>
                <a:gd name="connsiteY27" fmla="*/ 375169 h 509463"/>
                <a:gd name="connsiteX28" fmla="*/ 244542 w 516256"/>
                <a:gd name="connsiteY28" fmla="*/ 495878 h 509463"/>
                <a:gd name="connsiteX29" fmla="*/ 258128 w 516256"/>
                <a:gd name="connsiteY29" fmla="*/ 509463 h 509463"/>
                <a:gd name="connsiteX30" fmla="*/ 271714 w 516256"/>
                <a:gd name="connsiteY30" fmla="*/ 495878 h 509463"/>
                <a:gd name="connsiteX31" fmla="*/ 271714 w 516256"/>
                <a:gd name="connsiteY31" fmla="*/ 374965 h 509463"/>
                <a:gd name="connsiteX32" fmla="*/ 380399 w 516256"/>
                <a:gd name="connsiteY32" fmla="*/ 483650 h 509463"/>
                <a:gd name="connsiteX33" fmla="*/ 399623 w 516256"/>
                <a:gd name="connsiteY33" fmla="*/ 483650 h 509463"/>
                <a:gd name="connsiteX34" fmla="*/ 399623 w 516256"/>
                <a:gd name="connsiteY34" fmla="*/ 464427 h 509463"/>
                <a:gd name="connsiteX35" fmla="*/ 295217 w 516256"/>
                <a:gd name="connsiteY35" fmla="*/ 360021 h 509463"/>
                <a:gd name="connsiteX36" fmla="*/ 502670 w 516256"/>
                <a:gd name="connsiteY36" fmla="*/ 360021 h 509463"/>
                <a:gd name="connsiteX37" fmla="*/ 516256 w 516256"/>
                <a:gd name="connsiteY37" fmla="*/ 346435 h 509463"/>
                <a:gd name="connsiteX38" fmla="*/ 502670 w 516256"/>
                <a:gd name="connsiteY38" fmla="*/ 332849 h 509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516256" h="509463">
                  <a:moveTo>
                    <a:pt x="448328" y="74721"/>
                  </a:moveTo>
                  <a:lnTo>
                    <a:pt x="448328" y="319264"/>
                  </a:lnTo>
                  <a:lnTo>
                    <a:pt x="67928" y="319264"/>
                  </a:lnTo>
                  <a:lnTo>
                    <a:pt x="67928" y="74721"/>
                  </a:lnTo>
                  <a:close/>
                  <a:moveTo>
                    <a:pt x="502670" y="332849"/>
                  </a:moveTo>
                  <a:lnTo>
                    <a:pt x="489085" y="332849"/>
                  </a:lnTo>
                  <a:lnTo>
                    <a:pt x="489085" y="54343"/>
                  </a:lnTo>
                  <a:lnTo>
                    <a:pt x="502670" y="54343"/>
                  </a:lnTo>
                  <a:cubicBezTo>
                    <a:pt x="510174" y="54343"/>
                    <a:pt x="516256" y="48260"/>
                    <a:pt x="516256" y="40757"/>
                  </a:cubicBezTo>
                  <a:cubicBezTo>
                    <a:pt x="516256" y="33254"/>
                    <a:pt x="510174" y="27171"/>
                    <a:pt x="502670" y="27171"/>
                  </a:cubicBezTo>
                  <a:lnTo>
                    <a:pt x="271714" y="27171"/>
                  </a:lnTo>
                  <a:lnTo>
                    <a:pt x="271714" y="13586"/>
                  </a:lnTo>
                  <a:cubicBezTo>
                    <a:pt x="271714" y="6082"/>
                    <a:pt x="265631" y="0"/>
                    <a:pt x="258128" y="0"/>
                  </a:cubicBezTo>
                  <a:cubicBezTo>
                    <a:pt x="250625" y="0"/>
                    <a:pt x="244542" y="6082"/>
                    <a:pt x="244542" y="13586"/>
                  </a:cubicBezTo>
                  <a:lnTo>
                    <a:pt x="244542" y="27171"/>
                  </a:lnTo>
                  <a:lnTo>
                    <a:pt x="13586" y="27171"/>
                  </a:lnTo>
                  <a:cubicBezTo>
                    <a:pt x="6082" y="27171"/>
                    <a:pt x="0" y="33254"/>
                    <a:pt x="0" y="40757"/>
                  </a:cubicBezTo>
                  <a:cubicBezTo>
                    <a:pt x="0" y="48260"/>
                    <a:pt x="6082" y="54343"/>
                    <a:pt x="13586" y="54343"/>
                  </a:cubicBezTo>
                  <a:lnTo>
                    <a:pt x="27171" y="54343"/>
                  </a:lnTo>
                  <a:lnTo>
                    <a:pt x="27171" y="332849"/>
                  </a:lnTo>
                  <a:lnTo>
                    <a:pt x="13586" y="332849"/>
                  </a:lnTo>
                  <a:cubicBezTo>
                    <a:pt x="6082" y="332849"/>
                    <a:pt x="0" y="338932"/>
                    <a:pt x="0" y="346435"/>
                  </a:cubicBezTo>
                  <a:cubicBezTo>
                    <a:pt x="0" y="353938"/>
                    <a:pt x="6082" y="360021"/>
                    <a:pt x="13586" y="360021"/>
                  </a:cubicBezTo>
                  <a:lnTo>
                    <a:pt x="221039" y="360021"/>
                  </a:lnTo>
                  <a:lnTo>
                    <a:pt x="116429" y="464631"/>
                  </a:lnTo>
                  <a:cubicBezTo>
                    <a:pt x="111121" y="469995"/>
                    <a:pt x="111166" y="478648"/>
                    <a:pt x="116531" y="483956"/>
                  </a:cubicBezTo>
                  <a:cubicBezTo>
                    <a:pt x="121896" y="489265"/>
                    <a:pt x="130548" y="489219"/>
                    <a:pt x="135857" y="483854"/>
                  </a:cubicBezTo>
                  <a:lnTo>
                    <a:pt x="244542" y="375169"/>
                  </a:lnTo>
                  <a:lnTo>
                    <a:pt x="244542" y="495878"/>
                  </a:lnTo>
                  <a:cubicBezTo>
                    <a:pt x="244542" y="503381"/>
                    <a:pt x="250625" y="509463"/>
                    <a:pt x="258128" y="509463"/>
                  </a:cubicBezTo>
                  <a:cubicBezTo>
                    <a:pt x="265631" y="509463"/>
                    <a:pt x="271714" y="503381"/>
                    <a:pt x="271714" y="495878"/>
                  </a:cubicBezTo>
                  <a:lnTo>
                    <a:pt x="271714" y="374965"/>
                  </a:lnTo>
                  <a:lnTo>
                    <a:pt x="380399" y="483650"/>
                  </a:lnTo>
                  <a:cubicBezTo>
                    <a:pt x="385708" y="488959"/>
                    <a:pt x="394314" y="488959"/>
                    <a:pt x="399623" y="483650"/>
                  </a:cubicBezTo>
                  <a:cubicBezTo>
                    <a:pt x="404932" y="478342"/>
                    <a:pt x="404932" y="469735"/>
                    <a:pt x="399623" y="464427"/>
                  </a:cubicBezTo>
                  <a:lnTo>
                    <a:pt x="295217" y="360021"/>
                  </a:lnTo>
                  <a:lnTo>
                    <a:pt x="502670" y="360021"/>
                  </a:lnTo>
                  <a:cubicBezTo>
                    <a:pt x="510174" y="360021"/>
                    <a:pt x="516256" y="353938"/>
                    <a:pt x="516256" y="346435"/>
                  </a:cubicBezTo>
                  <a:cubicBezTo>
                    <a:pt x="516256" y="338932"/>
                    <a:pt x="510174" y="332849"/>
                    <a:pt x="502670" y="332849"/>
                  </a:cubicBezTo>
                  <a:close/>
                </a:path>
              </a:pathLst>
            </a:custGeom>
            <a:grpFill/>
            <a:ln w="6747" cap="flat">
              <a:noFill/>
              <a:prstDash val="solid"/>
              <a:miter/>
            </a:ln>
          </p:spPr>
          <p:txBody>
            <a:bodyPr rtlCol="0" anchor="ctr"/>
            <a:lstStyle/>
            <a:p>
              <a:endParaRPr lang="de-DE"/>
            </a:p>
          </p:txBody>
        </p:sp>
        <p:sp>
          <p:nvSpPr>
            <p:cNvPr id="11" name="Freihandform: Form 124">
              <a:extLst>
                <a:ext uri="{FF2B5EF4-FFF2-40B4-BE49-F238E27FC236}">
                  <a16:creationId xmlns:a16="http://schemas.microsoft.com/office/drawing/2014/main" id="{06CD1F0B-082F-40CD-8202-83B298DDB798}"/>
                </a:ext>
              </a:extLst>
            </p:cNvPr>
            <p:cNvSpPr/>
            <p:nvPr/>
          </p:nvSpPr>
          <p:spPr>
            <a:xfrm>
              <a:off x="1661438" y="3951430"/>
              <a:ext cx="115478" cy="27171"/>
            </a:xfrm>
            <a:custGeom>
              <a:avLst/>
              <a:gdLst>
                <a:gd name="connsiteX0" fmla="*/ 0 w 115478"/>
                <a:gd name="connsiteY0" fmla="*/ 0 h 27171"/>
                <a:gd name="connsiteX1" fmla="*/ 115478 w 115478"/>
                <a:gd name="connsiteY1" fmla="*/ 0 h 27171"/>
                <a:gd name="connsiteX2" fmla="*/ 115478 w 115478"/>
                <a:gd name="connsiteY2" fmla="*/ 27171 h 27171"/>
                <a:gd name="connsiteX3" fmla="*/ 0 w 115478"/>
                <a:gd name="connsiteY3" fmla="*/ 27171 h 27171"/>
              </a:gdLst>
              <a:ahLst/>
              <a:cxnLst>
                <a:cxn ang="0">
                  <a:pos x="connsiteX0" y="connsiteY0"/>
                </a:cxn>
                <a:cxn ang="0">
                  <a:pos x="connsiteX1" y="connsiteY1"/>
                </a:cxn>
                <a:cxn ang="0">
                  <a:pos x="connsiteX2" y="connsiteY2"/>
                </a:cxn>
                <a:cxn ang="0">
                  <a:pos x="connsiteX3" y="connsiteY3"/>
                </a:cxn>
              </a:cxnLst>
              <a:rect l="l" t="t" r="r" b="b"/>
              <a:pathLst>
                <a:path w="115478" h="27171">
                  <a:moveTo>
                    <a:pt x="0" y="0"/>
                  </a:moveTo>
                  <a:lnTo>
                    <a:pt x="115478" y="0"/>
                  </a:lnTo>
                  <a:lnTo>
                    <a:pt x="115478" y="27171"/>
                  </a:lnTo>
                  <a:lnTo>
                    <a:pt x="0" y="27171"/>
                  </a:lnTo>
                  <a:close/>
                </a:path>
              </a:pathLst>
            </a:custGeom>
            <a:grpFill/>
            <a:ln w="6747" cap="flat">
              <a:noFill/>
              <a:prstDash val="solid"/>
              <a:miter/>
            </a:ln>
          </p:spPr>
          <p:txBody>
            <a:bodyPr rtlCol="0" anchor="ctr"/>
            <a:lstStyle/>
            <a:p>
              <a:endParaRPr lang="de-DE"/>
            </a:p>
          </p:txBody>
        </p:sp>
        <p:sp>
          <p:nvSpPr>
            <p:cNvPr id="12" name="Freihandform: Form 125">
              <a:extLst>
                <a:ext uri="{FF2B5EF4-FFF2-40B4-BE49-F238E27FC236}">
                  <a16:creationId xmlns:a16="http://schemas.microsoft.com/office/drawing/2014/main" id="{8E6FCA68-54A4-42EB-91A0-B7F3E154E018}"/>
                </a:ext>
              </a:extLst>
            </p:cNvPr>
            <p:cNvSpPr/>
            <p:nvPr/>
          </p:nvSpPr>
          <p:spPr>
            <a:xfrm>
              <a:off x="1518788" y="3922900"/>
              <a:ext cx="100534" cy="82872"/>
            </a:xfrm>
            <a:custGeom>
              <a:avLst/>
              <a:gdLst>
                <a:gd name="connsiteX0" fmla="*/ 100534 w 100534"/>
                <a:gd name="connsiteY0" fmla="*/ 19020 h 82872"/>
                <a:gd name="connsiteX1" fmla="*/ 81514 w 100534"/>
                <a:gd name="connsiteY1" fmla="*/ 0 h 82872"/>
                <a:gd name="connsiteX2" fmla="*/ 36681 w 100534"/>
                <a:gd name="connsiteY2" fmla="*/ 44833 h 82872"/>
                <a:gd name="connsiteX3" fmla="*/ 19020 w 100534"/>
                <a:gd name="connsiteY3" fmla="*/ 27171 h 82872"/>
                <a:gd name="connsiteX4" fmla="*/ 0 w 100534"/>
                <a:gd name="connsiteY4" fmla="*/ 46191 h 82872"/>
                <a:gd name="connsiteX5" fmla="*/ 36681 w 100534"/>
                <a:gd name="connsiteY5" fmla="*/ 82873 h 82872"/>
                <a:gd name="connsiteX6" fmla="*/ 100534 w 100534"/>
                <a:gd name="connsiteY6" fmla="*/ 19020 h 828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0534" h="82872">
                  <a:moveTo>
                    <a:pt x="100534" y="19020"/>
                  </a:moveTo>
                  <a:lnTo>
                    <a:pt x="81514" y="0"/>
                  </a:lnTo>
                  <a:lnTo>
                    <a:pt x="36681" y="44833"/>
                  </a:lnTo>
                  <a:lnTo>
                    <a:pt x="19020" y="27171"/>
                  </a:lnTo>
                  <a:lnTo>
                    <a:pt x="0" y="46191"/>
                  </a:lnTo>
                  <a:lnTo>
                    <a:pt x="36681" y="82873"/>
                  </a:lnTo>
                  <a:lnTo>
                    <a:pt x="100534" y="19020"/>
                  </a:lnTo>
                  <a:close/>
                </a:path>
              </a:pathLst>
            </a:custGeom>
            <a:grpFill/>
            <a:ln w="6747" cap="flat">
              <a:noFill/>
              <a:prstDash val="solid"/>
              <a:miter/>
            </a:ln>
          </p:spPr>
          <p:txBody>
            <a:bodyPr rtlCol="0" anchor="ctr"/>
            <a:lstStyle/>
            <a:p>
              <a:endParaRPr lang="de-DE"/>
            </a:p>
          </p:txBody>
        </p:sp>
        <p:sp>
          <p:nvSpPr>
            <p:cNvPr id="13" name="Freihandform: Form 126">
              <a:extLst>
                <a:ext uri="{FF2B5EF4-FFF2-40B4-BE49-F238E27FC236}">
                  <a16:creationId xmlns:a16="http://schemas.microsoft.com/office/drawing/2014/main" id="{73FDF44F-0908-481E-AD6D-E88FD18AC8CF}"/>
                </a:ext>
              </a:extLst>
            </p:cNvPr>
            <p:cNvSpPr/>
            <p:nvPr/>
          </p:nvSpPr>
          <p:spPr>
            <a:xfrm>
              <a:off x="1661438" y="4039737"/>
              <a:ext cx="115478" cy="27171"/>
            </a:xfrm>
            <a:custGeom>
              <a:avLst/>
              <a:gdLst>
                <a:gd name="connsiteX0" fmla="*/ 0 w 115478"/>
                <a:gd name="connsiteY0" fmla="*/ 0 h 27171"/>
                <a:gd name="connsiteX1" fmla="*/ 115478 w 115478"/>
                <a:gd name="connsiteY1" fmla="*/ 0 h 27171"/>
                <a:gd name="connsiteX2" fmla="*/ 115478 w 115478"/>
                <a:gd name="connsiteY2" fmla="*/ 27171 h 27171"/>
                <a:gd name="connsiteX3" fmla="*/ 0 w 115478"/>
                <a:gd name="connsiteY3" fmla="*/ 27171 h 27171"/>
              </a:gdLst>
              <a:ahLst/>
              <a:cxnLst>
                <a:cxn ang="0">
                  <a:pos x="connsiteX0" y="connsiteY0"/>
                </a:cxn>
                <a:cxn ang="0">
                  <a:pos x="connsiteX1" y="connsiteY1"/>
                </a:cxn>
                <a:cxn ang="0">
                  <a:pos x="connsiteX2" y="connsiteY2"/>
                </a:cxn>
                <a:cxn ang="0">
                  <a:pos x="connsiteX3" y="connsiteY3"/>
                </a:cxn>
              </a:cxnLst>
              <a:rect l="l" t="t" r="r" b="b"/>
              <a:pathLst>
                <a:path w="115478" h="27171">
                  <a:moveTo>
                    <a:pt x="0" y="0"/>
                  </a:moveTo>
                  <a:lnTo>
                    <a:pt x="115478" y="0"/>
                  </a:lnTo>
                  <a:lnTo>
                    <a:pt x="115478" y="27171"/>
                  </a:lnTo>
                  <a:lnTo>
                    <a:pt x="0" y="27171"/>
                  </a:lnTo>
                  <a:close/>
                </a:path>
              </a:pathLst>
            </a:custGeom>
            <a:grpFill/>
            <a:ln w="6747" cap="flat">
              <a:noFill/>
              <a:prstDash val="solid"/>
              <a:miter/>
            </a:ln>
          </p:spPr>
          <p:txBody>
            <a:bodyPr rtlCol="0" anchor="ctr"/>
            <a:lstStyle/>
            <a:p>
              <a:endParaRPr lang="de-DE"/>
            </a:p>
          </p:txBody>
        </p:sp>
        <p:sp>
          <p:nvSpPr>
            <p:cNvPr id="14" name="Freihandform: Form 127">
              <a:extLst>
                <a:ext uri="{FF2B5EF4-FFF2-40B4-BE49-F238E27FC236}">
                  <a16:creationId xmlns:a16="http://schemas.microsoft.com/office/drawing/2014/main" id="{1DA088DD-CF86-4F4E-A09C-18609508C746}"/>
                </a:ext>
              </a:extLst>
            </p:cNvPr>
            <p:cNvSpPr/>
            <p:nvPr/>
          </p:nvSpPr>
          <p:spPr>
            <a:xfrm>
              <a:off x="1518788" y="4011207"/>
              <a:ext cx="100534" cy="82872"/>
            </a:xfrm>
            <a:custGeom>
              <a:avLst/>
              <a:gdLst>
                <a:gd name="connsiteX0" fmla="*/ 100534 w 100534"/>
                <a:gd name="connsiteY0" fmla="*/ 19020 h 82872"/>
                <a:gd name="connsiteX1" fmla="*/ 81514 w 100534"/>
                <a:gd name="connsiteY1" fmla="*/ 0 h 82872"/>
                <a:gd name="connsiteX2" fmla="*/ 36681 w 100534"/>
                <a:gd name="connsiteY2" fmla="*/ 44833 h 82872"/>
                <a:gd name="connsiteX3" fmla="*/ 19020 w 100534"/>
                <a:gd name="connsiteY3" fmla="*/ 27171 h 82872"/>
                <a:gd name="connsiteX4" fmla="*/ 0 w 100534"/>
                <a:gd name="connsiteY4" fmla="*/ 46191 h 82872"/>
                <a:gd name="connsiteX5" fmla="*/ 36681 w 100534"/>
                <a:gd name="connsiteY5" fmla="*/ 82873 h 82872"/>
                <a:gd name="connsiteX6" fmla="*/ 100534 w 100534"/>
                <a:gd name="connsiteY6" fmla="*/ 19020 h 828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0534" h="82872">
                  <a:moveTo>
                    <a:pt x="100534" y="19020"/>
                  </a:moveTo>
                  <a:lnTo>
                    <a:pt x="81514" y="0"/>
                  </a:lnTo>
                  <a:lnTo>
                    <a:pt x="36681" y="44833"/>
                  </a:lnTo>
                  <a:lnTo>
                    <a:pt x="19020" y="27171"/>
                  </a:lnTo>
                  <a:lnTo>
                    <a:pt x="0" y="46191"/>
                  </a:lnTo>
                  <a:lnTo>
                    <a:pt x="36681" y="82873"/>
                  </a:lnTo>
                  <a:lnTo>
                    <a:pt x="100534" y="19020"/>
                  </a:lnTo>
                  <a:close/>
                </a:path>
              </a:pathLst>
            </a:custGeom>
            <a:grpFill/>
            <a:ln w="6747" cap="flat">
              <a:noFill/>
              <a:prstDash val="solid"/>
              <a:miter/>
            </a:ln>
          </p:spPr>
          <p:txBody>
            <a:bodyPr rtlCol="0" anchor="ctr"/>
            <a:lstStyle/>
            <a:p>
              <a:endParaRPr lang="de-DE"/>
            </a:p>
          </p:txBody>
        </p:sp>
      </p:grpSp>
      <p:sp>
        <p:nvSpPr>
          <p:cNvPr id="4" name="Datumsplatzhalter 3"/>
          <p:cNvSpPr>
            <a:spLocks noGrp="1"/>
          </p:cNvSpPr>
          <p:nvPr>
            <p:ph type="dt" sz="half" idx="10"/>
          </p:nvPr>
        </p:nvSpPr>
        <p:spPr/>
        <p:txBody>
          <a:bodyPr/>
          <a:lstStyle/>
          <a:p>
            <a:fld id="{F9982FD9-EA1D-4CED-8AA3-951552B0E4B9}" type="datetime1">
              <a:rPr lang="de-DE" smtClean="0"/>
              <a:t>26.06.2023</a:t>
            </a:fld>
            <a:endParaRPr lang="de-DE"/>
          </a:p>
        </p:txBody>
      </p:sp>
      <p:sp>
        <p:nvSpPr>
          <p:cNvPr id="6" name="Foliennummernplatzhalter 5"/>
          <p:cNvSpPr>
            <a:spLocks noGrp="1"/>
          </p:cNvSpPr>
          <p:nvPr>
            <p:ph type="sldNum" sz="quarter" idx="12"/>
          </p:nvPr>
        </p:nvSpPr>
        <p:spPr/>
        <p:txBody>
          <a:bodyPr/>
          <a:lstStyle/>
          <a:p>
            <a:fld id="{220551C3-A462-45EE-8D4B-53AADAADD6D4}" type="slidenum">
              <a:rPr lang="de-DE" smtClean="0"/>
              <a:t>1</a:t>
            </a:fld>
            <a:endParaRPr lang="de-DE"/>
          </a:p>
        </p:txBody>
      </p:sp>
      <p:sp>
        <p:nvSpPr>
          <p:cNvPr id="7" name="Grafik 20" descr="Bücher">
            <a:extLst>
              <a:ext uri="{FF2B5EF4-FFF2-40B4-BE49-F238E27FC236}">
                <a16:creationId xmlns:a16="http://schemas.microsoft.com/office/drawing/2014/main" id="{43D00B49-42D5-4163-8350-6A7AE38C9954}"/>
              </a:ext>
            </a:extLst>
          </p:cNvPr>
          <p:cNvSpPr/>
          <p:nvPr/>
        </p:nvSpPr>
        <p:spPr>
          <a:xfrm>
            <a:off x="10877258" y="5267628"/>
            <a:ext cx="821809" cy="766829"/>
          </a:xfrm>
          <a:custGeom>
            <a:avLst/>
            <a:gdLst>
              <a:gd name="connsiteX0" fmla="*/ 578750 w 578750"/>
              <a:gd name="connsiteY0" fmla="*/ 190200 h 540031"/>
              <a:gd name="connsiteX1" fmla="*/ 543428 w 578750"/>
              <a:gd name="connsiteY1" fmla="*/ 177293 h 540031"/>
              <a:gd name="connsiteX2" fmla="*/ 543428 w 578750"/>
              <a:gd name="connsiteY2" fmla="*/ 103251 h 540031"/>
              <a:gd name="connsiteX3" fmla="*/ 578750 w 578750"/>
              <a:gd name="connsiteY3" fmla="*/ 88307 h 540031"/>
              <a:gd name="connsiteX4" fmla="*/ 339642 w 578750"/>
              <a:gd name="connsiteY4" fmla="*/ 0 h 540031"/>
              <a:gd name="connsiteX5" fmla="*/ 48908 w 578750"/>
              <a:gd name="connsiteY5" fmla="*/ 101893 h 540031"/>
              <a:gd name="connsiteX6" fmla="*/ 20379 w 578750"/>
              <a:gd name="connsiteY6" fmla="*/ 183407 h 540031"/>
              <a:gd name="connsiteX7" fmla="*/ 23775 w 578750"/>
              <a:gd name="connsiteY7" fmla="*/ 213295 h 540031"/>
              <a:gd name="connsiteX8" fmla="*/ 0 w 578750"/>
              <a:gd name="connsiteY8" fmla="*/ 292092 h 540031"/>
              <a:gd name="connsiteX9" fmla="*/ 20379 w 578750"/>
              <a:gd name="connsiteY9" fmla="*/ 351190 h 540031"/>
              <a:gd name="connsiteX10" fmla="*/ 19020 w 578750"/>
              <a:gd name="connsiteY10" fmla="*/ 393985 h 540031"/>
              <a:gd name="connsiteX11" fmla="*/ 54343 w 578750"/>
              <a:gd name="connsiteY11" fmla="*/ 461913 h 540031"/>
              <a:gd name="connsiteX12" fmla="*/ 243184 w 578750"/>
              <a:gd name="connsiteY12" fmla="*/ 540031 h 540031"/>
              <a:gd name="connsiteX13" fmla="*/ 577392 w 578750"/>
              <a:gd name="connsiteY13" fmla="*/ 401457 h 540031"/>
              <a:gd name="connsiteX14" fmla="*/ 542069 w 578750"/>
              <a:gd name="connsiteY14" fmla="*/ 388551 h 540031"/>
              <a:gd name="connsiteX15" fmla="*/ 542069 w 578750"/>
              <a:gd name="connsiteY15" fmla="*/ 313829 h 540031"/>
              <a:gd name="connsiteX16" fmla="*/ 577392 w 578750"/>
              <a:gd name="connsiteY16" fmla="*/ 298885 h 540031"/>
              <a:gd name="connsiteX17" fmla="*/ 523049 w 578750"/>
              <a:gd name="connsiteY17" fmla="*/ 278507 h 540031"/>
              <a:gd name="connsiteX18" fmla="*/ 523049 w 578750"/>
              <a:gd name="connsiteY18" fmla="*/ 213295 h 540031"/>
              <a:gd name="connsiteX19" fmla="*/ 578750 w 578750"/>
              <a:gd name="connsiteY19" fmla="*/ 190200 h 540031"/>
              <a:gd name="connsiteX20" fmla="*/ 57060 w 578750"/>
              <a:gd name="connsiteY20" fmla="*/ 149443 h 540031"/>
              <a:gd name="connsiteX21" fmla="*/ 245901 w 578750"/>
              <a:gd name="connsiteY21" fmla="*/ 223485 h 540031"/>
              <a:gd name="connsiteX22" fmla="*/ 516935 w 578750"/>
              <a:gd name="connsiteY22" fmla="*/ 114120 h 540031"/>
              <a:gd name="connsiteX23" fmla="*/ 516935 w 578750"/>
              <a:gd name="connsiteY23" fmla="*/ 172538 h 540031"/>
              <a:gd name="connsiteX24" fmla="*/ 245901 w 578750"/>
              <a:gd name="connsiteY24" fmla="*/ 285299 h 540031"/>
              <a:gd name="connsiteX25" fmla="*/ 57060 w 578750"/>
              <a:gd name="connsiteY25" fmla="*/ 210578 h 540031"/>
              <a:gd name="connsiteX26" fmla="*/ 57060 w 578750"/>
              <a:gd name="connsiteY26" fmla="*/ 149443 h 540031"/>
              <a:gd name="connsiteX27" fmla="*/ 515577 w 578750"/>
              <a:gd name="connsiteY27" fmla="*/ 383796 h 540031"/>
              <a:gd name="connsiteX28" fmla="*/ 244542 w 578750"/>
              <a:gd name="connsiteY28" fmla="*/ 495878 h 540031"/>
              <a:gd name="connsiteX29" fmla="*/ 55022 w 578750"/>
              <a:gd name="connsiteY29" fmla="*/ 421156 h 540031"/>
              <a:gd name="connsiteX30" fmla="*/ 55022 w 578750"/>
              <a:gd name="connsiteY30" fmla="*/ 368172 h 540031"/>
              <a:gd name="connsiteX31" fmla="*/ 224164 w 578750"/>
              <a:gd name="connsiteY31" fmla="*/ 437459 h 540031"/>
              <a:gd name="connsiteX32" fmla="*/ 516256 w 578750"/>
              <a:gd name="connsiteY32" fmla="*/ 321981 h 540031"/>
              <a:gd name="connsiteX33" fmla="*/ 515577 w 578750"/>
              <a:gd name="connsiteY33" fmla="*/ 383796 h 540031"/>
              <a:gd name="connsiteX34" fmla="*/ 496557 w 578750"/>
              <a:gd name="connsiteY34" fmla="*/ 281903 h 540031"/>
              <a:gd name="connsiteX35" fmla="*/ 225522 w 578750"/>
              <a:gd name="connsiteY35" fmla="*/ 393985 h 540031"/>
              <a:gd name="connsiteX36" fmla="*/ 36681 w 578750"/>
              <a:gd name="connsiteY36" fmla="*/ 319264 h 540031"/>
              <a:gd name="connsiteX37" fmla="*/ 36681 w 578750"/>
              <a:gd name="connsiteY37" fmla="*/ 258128 h 540031"/>
              <a:gd name="connsiteX38" fmla="*/ 230957 w 578750"/>
              <a:gd name="connsiteY38" fmla="*/ 335567 h 540031"/>
              <a:gd name="connsiteX39" fmla="*/ 497236 w 578750"/>
              <a:gd name="connsiteY39" fmla="*/ 224164 h 540031"/>
              <a:gd name="connsiteX40" fmla="*/ 497236 w 578750"/>
              <a:gd name="connsiteY40" fmla="*/ 281903 h 5400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578750" h="540031">
                <a:moveTo>
                  <a:pt x="578750" y="190200"/>
                </a:moveTo>
                <a:lnTo>
                  <a:pt x="543428" y="177293"/>
                </a:lnTo>
                <a:lnTo>
                  <a:pt x="543428" y="103251"/>
                </a:lnTo>
                <a:lnTo>
                  <a:pt x="578750" y="88307"/>
                </a:lnTo>
                <a:lnTo>
                  <a:pt x="339642" y="0"/>
                </a:lnTo>
                <a:lnTo>
                  <a:pt x="48908" y="101893"/>
                </a:lnTo>
                <a:cubicBezTo>
                  <a:pt x="21058" y="115478"/>
                  <a:pt x="20379" y="152839"/>
                  <a:pt x="20379" y="183407"/>
                </a:cubicBezTo>
                <a:cubicBezTo>
                  <a:pt x="20379" y="193596"/>
                  <a:pt x="21737" y="203785"/>
                  <a:pt x="23775" y="213295"/>
                </a:cubicBezTo>
                <a:cubicBezTo>
                  <a:pt x="679" y="228240"/>
                  <a:pt x="0" y="262883"/>
                  <a:pt x="0" y="292092"/>
                </a:cubicBezTo>
                <a:cubicBezTo>
                  <a:pt x="0" y="315867"/>
                  <a:pt x="5434" y="337604"/>
                  <a:pt x="20379" y="351190"/>
                </a:cubicBezTo>
                <a:cubicBezTo>
                  <a:pt x="16982" y="362738"/>
                  <a:pt x="19020" y="377003"/>
                  <a:pt x="19020" y="393985"/>
                </a:cubicBezTo>
                <a:cubicBezTo>
                  <a:pt x="19020" y="424553"/>
                  <a:pt x="27171" y="452403"/>
                  <a:pt x="54343" y="461913"/>
                </a:cubicBezTo>
                <a:lnTo>
                  <a:pt x="243184" y="540031"/>
                </a:lnTo>
                <a:lnTo>
                  <a:pt x="577392" y="401457"/>
                </a:lnTo>
                <a:lnTo>
                  <a:pt x="542069" y="388551"/>
                </a:lnTo>
                <a:lnTo>
                  <a:pt x="542069" y="313829"/>
                </a:lnTo>
                <a:lnTo>
                  <a:pt x="577392" y="298885"/>
                </a:lnTo>
                <a:lnTo>
                  <a:pt x="523049" y="278507"/>
                </a:lnTo>
                <a:lnTo>
                  <a:pt x="523049" y="213295"/>
                </a:lnTo>
                <a:lnTo>
                  <a:pt x="578750" y="190200"/>
                </a:lnTo>
                <a:close/>
                <a:moveTo>
                  <a:pt x="57060" y="149443"/>
                </a:moveTo>
                <a:lnTo>
                  <a:pt x="245901" y="223485"/>
                </a:lnTo>
                <a:lnTo>
                  <a:pt x="516935" y="114120"/>
                </a:lnTo>
                <a:lnTo>
                  <a:pt x="516935" y="172538"/>
                </a:lnTo>
                <a:lnTo>
                  <a:pt x="245901" y="285299"/>
                </a:lnTo>
                <a:lnTo>
                  <a:pt x="57060" y="210578"/>
                </a:lnTo>
                <a:lnTo>
                  <a:pt x="57060" y="149443"/>
                </a:lnTo>
                <a:close/>
                <a:moveTo>
                  <a:pt x="515577" y="383796"/>
                </a:moveTo>
                <a:lnTo>
                  <a:pt x="244542" y="495878"/>
                </a:lnTo>
                <a:lnTo>
                  <a:pt x="55022" y="421156"/>
                </a:lnTo>
                <a:lnTo>
                  <a:pt x="55022" y="368172"/>
                </a:lnTo>
                <a:lnTo>
                  <a:pt x="224164" y="437459"/>
                </a:lnTo>
                <a:lnTo>
                  <a:pt x="516256" y="321981"/>
                </a:lnTo>
                <a:lnTo>
                  <a:pt x="515577" y="383796"/>
                </a:lnTo>
                <a:close/>
                <a:moveTo>
                  <a:pt x="496557" y="281903"/>
                </a:moveTo>
                <a:lnTo>
                  <a:pt x="225522" y="393985"/>
                </a:lnTo>
                <a:lnTo>
                  <a:pt x="36681" y="319264"/>
                </a:lnTo>
                <a:lnTo>
                  <a:pt x="36681" y="258128"/>
                </a:lnTo>
                <a:lnTo>
                  <a:pt x="230957" y="335567"/>
                </a:lnTo>
                <a:lnTo>
                  <a:pt x="497236" y="224164"/>
                </a:lnTo>
                <a:lnTo>
                  <a:pt x="497236" y="281903"/>
                </a:lnTo>
                <a:close/>
              </a:path>
            </a:pathLst>
          </a:custGeom>
          <a:solidFill>
            <a:srgbClr val="0071B2"/>
          </a:solidFill>
          <a:ln w="6747" cap="flat">
            <a:noFill/>
            <a:prstDash val="solid"/>
            <a:miter/>
          </a:ln>
        </p:spPr>
        <p:txBody>
          <a:bodyPr rtlCol="0" anchor="ctr"/>
          <a:lstStyle/>
          <a:p>
            <a:endParaRPr lang="de-DE"/>
          </a:p>
        </p:txBody>
      </p:sp>
      <p:sp>
        <p:nvSpPr>
          <p:cNvPr id="17" name="Titel 1"/>
          <p:cNvSpPr>
            <a:spLocks noGrp="1"/>
          </p:cNvSpPr>
          <p:nvPr>
            <p:ph type="ctrTitle"/>
          </p:nvPr>
        </p:nvSpPr>
        <p:spPr>
          <a:xfrm>
            <a:off x="1897123" y="1481945"/>
            <a:ext cx="8824217" cy="1786709"/>
          </a:xfrm>
        </p:spPr>
        <p:txBody>
          <a:bodyPr>
            <a:normAutofit/>
          </a:bodyPr>
          <a:lstStyle/>
          <a:p>
            <a:r>
              <a:rPr lang="en-US" sz="4800" b="1" i="1" u="sng">
                <a:effectLst>
                  <a:outerShdw blurRad="38100" dist="38100" dir="2700000" algn="tl">
                    <a:srgbClr val="000000">
                      <a:alpha val="43137"/>
                    </a:srgbClr>
                  </a:outerShdw>
                </a:effectLst>
                <a:cs typeface="Arial" panose="020B0604020202020204" pitchFamily="34" charset="0"/>
              </a:rPr>
              <a:t>Designprinzipien in der modernen OOP</a:t>
            </a:r>
            <a:endParaRPr lang="de-DE" sz="4800" b="1" i="1" u="sng" dirty="0">
              <a:effectLst>
                <a:outerShdw blurRad="38100" dist="38100" dir="2700000" algn="tl">
                  <a:srgbClr val="000000">
                    <a:alpha val="43137"/>
                  </a:srgbClr>
                </a:outerShdw>
              </a:effectLst>
              <a:cs typeface="Arial" panose="020B0604020202020204" pitchFamily="34" charset="0"/>
            </a:endParaRPr>
          </a:p>
        </p:txBody>
      </p:sp>
      <p:sp>
        <p:nvSpPr>
          <p:cNvPr id="20" name="Fußzeilenplatzhalter 2"/>
          <p:cNvSpPr>
            <a:spLocks noGrp="1"/>
          </p:cNvSpPr>
          <p:nvPr>
            <p:ph type="ftr" sz="quarter" idx="11"/>
          </p:nvPr>
        </p:nvSpPr>
        <p:spPr>
          <a:xfrm>
            <a:off x="5363852" y="6311900"/>
            <a:ext cx="4326902" cy="409575"/>
          </a:xfrm>
        </p:spPr>
        <p:txBody>
          <a:bodyPr/>
          <a:lstStyle/>
          <a:p>
            <a:endParaRPr lang="de-DE" sz="1400" b="1" i="1" u="sng" dirty="0">
              <a:effectLst>
                <a:outerShdw blurRad="38100" dist="38100" dir="2700000" algn="tl">
                  <a:srgbClr val="000000">
                    <a:alpha val="43137"/>
                  </a:srgbClr>
                </a:outerShdw>
              </a:effectLst>
              <a:latin typeface="+mj-lt"/>
              <a:cs typeface="Arial" panose="020B0604020202020204" pitchFamily="34" charset="0"/>
            </a:endParaRPr>
          </a:p>
        </p:txBody>
      </p:sp>
      <p:pic>
        <p:nvPicPr>
          <p:cNvPr id="19" name="Grafik 18"/>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267709" y="0"/>
            <a:ext cx="1000883" cy="839038"/>
          </a:xfrm>
          <a:prstGeom prst="rect">
            <a:avLst/>
          </a:prstGeom>
        </p:spPr>
      </p:pic>
    </p:spTree>
    <p:extLst>
      <p:ext uri="{BB962C8B-B14F-4D97-AF65-F5344CB8AC3E}">
        <p14:creationId xmlns:p14="http://schemas.microsoft.com/office/powerpoint/2010/main" val="314895424"/>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8" name="Gruppieren 17"/>
          <p:cNvGrpSpPr/>
          <p:nvPr/>
        </p:nvGrpSpPr>
        <p:grpSpPr>
          <a:xfrm>
            <a:off x="0" y="6083955"/>
            <a:ext cx="12192000" cy="792064"/>
            <a:chOff x="0" y="6083955"/>
            <a:chExt cx="12192000" cy="792064"/>
          </a:xfrm>
        </p:grpSpPr>
        <p:sp>
          <p:nvSpPr>
            <p:cNvPr id="19" name="Freihandform 18"/>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20" name="Grafik 1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pic>
        <p:nvPicPr>
          <p:cNvPr id="21" name="Grafik 2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2" name="Datumsplatzhalter 1"/>
          <p:cNvSpPr>
            <a:spLocks noGrp="1"/>
          </p:cNvSpPr>
          <p:nvPr>
            <p:ph type="dt" sz="half" idx="10"/>
          </p:nvPr>
        </p:nvSpPr>
        <p:spPr/>
        <p:txBody>
          <a:bodyPr/>
          <a:lstStyle/>
          <a:p>
            <a:fld id="{91A38907-1D56-49C9-A625-C784B66F035F}" type="datetime1">
              <a:rPr lang="de-DE" smtClean="0"/>
              <a:t>26.06.2023</a:t>
            </a:fld>
            <a:endParaRPr lang="de-DE"/>
          </a:p>
        </p:txBody>
      </p:sp>
      <p:sp>
        <p:nvSpPr>
          <p:cNvPr id="4" name="Foliennummernplatzhalter 3"/>
          <p:cNvSpPr>
            <a:spLocks noGrp="1"/>
          </p:cNvSpPr>
          <p:nvPr>
            <p:ph type="sldNum" sz="quarter" idx="12"/>
          </p:nvPr>
        </p:nvSpPr>
        <p:spPr/>
        <p:txBody>
          <a:bodyPr/>
          <a:lstStyle/>
          <a:p>
            <a:fld id="{220551C3-A462-45EE-8D4B-53AADAADD6D4}" type="slidenum">
              <a:rPr lang="de-DE" smtClean="0"/>
              <a:t>2</a:t>
            </a:fld>
            <a:endParaRPr lang="de-DE"/>
          </a:p>
        </p:txBody>
      </p:sp>
      <p:sp>
        <p:nvSpPr>
          <p:cNvPr id="10" name="Textplatzhalter 9"/>
          <p:cNvSpPr>
            <a:spLocks noGrp="1"/>
          </p:cNvSpPr>
          <p:nvPr>
            <p:ph type="body" sz="quarter" idx="15"/>
          </p:nvPr>
        </p:nvSpPr>
        <p:spPr>
          <a:xfrm>
            <a:off x="876670" y="1590643"/>
            <a:ext cx="1219200" cy="1123950"/>
          </a:xfrm>
        </p:spPr>
        <p:txBody>
          <a:bodyPr>
            <a:normAutofit/>
          </a:bodyPr>
          <a:lstStyle/>
          <a:p>
            <a:r>
              <a:rPr lang="de-DE" sz="6000" dirty="0">
                <a:effectLst>
                  <a:outerShdw blurRad="38100" dist="38100" dir="2700000" algn="tl">
                    <a:srgbClr val="000000">
                      <a:alpha val="43137"/>
                    </a:srgbClr>
                  </a:outerShdw>
                </a:effectLst>
              </a:rPr>
              <a:t>1</a:t>
            </a:r>
            <a:r>
              <a:rPr lang="de-DE" sz="6000" dirty="0" smtClean="0">
                <a:effectLst>
                  <a:outerShdw blurRad="38100" dist="38100" dir="2700000" algn="tl">
                    <a:srgbClr val="000000">
                      <a:alpha val="43137"/>
                    </a:srgbClr>
                  </a:outerShdw>
                </a:effectLst>
              </a:rPr>
              <a:t>.1</a:t>
            </a:r>
            <a:endParaRPr lang="de-DE" sz="6000" dirty="0"/>
          </a:p>
        </p:txBody>
      </p:sp>
      <p:grpSp>
        <p:nvGrpSpPr>
          <p:cNvPr id="12" name="Grafik 83" descr="Rakete">
            <a:extLst>
              <a:ext uri="{FF2B5EF4-FFF2-40B4-BE49-F238E27FC236}">
                <a16:creationId xmlns:a16="http://schemas.microsoft.com/office/drawing/2014/main" id="{538B78E7-974A-4387-AB32-77B53CD37171}"/>
              </a:ext>
            </a:extLst>
          </p:cNvPr>
          <p:cNvGrpSpPr/>
          <p:nvPr/>
        </p:nvGrpSpPr>
        <p:grpSpPr>
          <a:xfrm>
            <a:off x="7285865" y="2252003"/>
            <a:ext cx="2642225" cy="2642225"/>
            <a:chOff x="5744639" y="6089168"/>
            <a:chExt cx="555469" cy="555469"/>
          </a:xfrm>
          <a:solidFill>
            <a:schemeClr val="tx2"/>
          </a:solidFill>
        </p:grpSpPr>
        <p:sp>
          <p:nvSpPr>
            <p:cNvPr id="13" name="Freihandform: Form 237">
              <a:extLst>
                <a:ext uri="{FF2B5EF4-FFF2-40B4-BE49-F238E27FC236}">
                  <a16:creationId xmlns:a16="http://schemas.microsoft.com/office/drawing/2014/main" id="{923D2656-1EAB-4398-B4EA-CF70164A6EDD}"/>
                </a:ext>
              </a:extLst>
            </p:cNvPr>
            <p:cNvSpPr/>
            <p:nvPr/>
          </p:nvSpPr>
          <p:spPr>
            <a:xfrm>
              <a:off x="6149089" y="6134708"/>
              <a:ext cx="106153" cy="102005"/>
            </a:xfrm>
            <a:custGeom>
              <a:avLst/>
              <a:gdLst>
                <a:gd name="connsiteX0" fmla="*/ 103572 w 106153"/>
                <a:gd name="connsiteY0" fmla="*/ 3063 h 102005"/>
                <a:gd name="connsiteX1" fmla="*/ 0 w 106153"/>
                <a:gd name="connsiteY1" fmla="*/ 15793 h 102005"/>
                <a:gd name="connsiteX2" fmla="*/ 47446 w 106153"/>
                <a:gd name="connsiteY2" fmla="*/ 53402 h 102005"/>
                <a:gd name="connsiteX3" fmla="*/ 85635 w 106153"/>
                <a:gd name="connsiteY3" fmla="*/ 102006 h 102005"/>
                <a:gd name="connsiteX4" fmla="*/ 103572 w 106153"/>
                <a:gd name="connsiteY4" fmla="*/ 3063 h 1020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153" h="102005">
                  <a:moveTo>
                    <a:pt x="103572" y="3063"/>
                  </a:moveTo>
                  <a:cubicBezTo>
                    <a:pt x="95471" y="-5038"/>
                    <a:pt x="43396" y="4220"/>
                    <a:pt x="0" y="15793"/>
                  </a:cubicBezTo>
                  <a:cubicBezTo>
                    <a:pt x="15623" y="25050"/>
                    <a:pt x="31824" y="37780"/>
                    <a:pt x="47446" y="53402"/>
                  </a:cubicBezTo>
                  <a:cubicBezTo>
                    <a:pt x="63647" y="69604"/>
                    <a:pt x="76377" y="85805"/>
                    <a:pt x="85635" y="102006"/>
                  </a:cubicBezTo>
                  <a:cubicBezTo>
                    <a:pt x="97207" y="57453"/>
                    <a:pt x="112251" y="11164"/>
                    <a:pt x="103572" y="3063"/>
                  </a:cubicBezTo>
                  <a:close/>
                </a:path>
              </a:pathLst>
            </a:custGeom>
            <a:grpFill/>
            <a:ln w="5755" cap="flat">
              <a:noFill/>
              <a:prstDash val="solid"/>
              <a:miter/>
            </a:ln>
          </p:spPr>
          <p:txBody>
            <a:bodyPr rtlCol="0" anchor="ctr"/>
            <a:lstStyle/>
            <a:p>
              <a:endParaRPr lang="de-DE"/>
            </a:p>
          </p:txBody>
        </p:sp>
        <p:sp>
          <p:nvSpPr>
            <p:cNvPr id="14" name="Freihandform: Form 238">
              <a:extLst>
                <a:ext uri="{FF2B5EF4-FFF2-40B4-BE49-F238E27FC236}">
                  <a16:creationId xmlns:a16="http://schemas.microsoft.com/office/drawing/2014/main" id="{5B478280-F68E-4276-B617-06B0B9A1F4FE}"/>
                </a:ext>
              </a:extLst>
            </p:cNvPr>
            <p:cNvSpPr/>
            <p:nvPr/>
          </p:nvSpPr>
          <p:spPr>
            <a:xfrm>
              <a:off x="5789231" y="6293780"/>
              <a:ext cx="141142" cy="134998"/>
            </a:xfrm>
            <a:custGeom>
              <a:avLst/>
              <a:gdLst>
                <a:gd name="connsiteX0" fmla="*/ 141143 w 141142"/>
                <a:gd name="connsiteY0" fmla="*/ 8896 h 134998"/>
                <a:gd name="connsiteX1" fmla="*/ 121470 w 141142"/>
                <a:gd name="connsiteY1" fmla="*/ 1374 h 134998"/>
                <a:gd name="connsiteX2" fmla="*/ 98325 w 141142"/>
                <a:gd name="connsiteY2" fmla="*/ 6003 h 134998"/>
                <a:gd name="connsiteX3" fmla="*/ 6326 w 141142"/>
                <a:gd name="connsiteY3" fmla="*/ 98003 h 134998"/>
                <a:gd name="connsiteX4" fmla="*/ 25999 w 141142"/>
                <a:gd name="connsiteY4" fmla="*/ 134455 h 134998"/>
                <a:gd name="connsiteX5" fmla="*/ 102954 w 141142"/>
                <a:gd name="connsiteY5" fmla="*/ 117097 h 134998"/>
                <a:gd name="connsiteX6" fmla="*/ 141143 w 141142"/>
                <a:gd name="connsiteY6" fmla="*/ 8896 h 1349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1142" h="134998">
                  <a:moveTo>
                    <a:pt x="141143" y="8896"/>
                  </a:moveTo>
                  <a:lnTo>
                    <a:pt x="121470" y="1374"/>
                  </a:lnTo>
                  <a:cubicBezTo>
                    <a:pt x="113369" y="-1519"/>
                    <a:pt x="104690" y="217"/>
                    <a:pt x="98325" y="6003"/>
                  </a:cubicBezTo>
                  <a:lnTo>
                    <a:pt x="6326" y="98003"/>
                  </a:lnTo>
                  <a:cubicBezTo>
                    <a:pt x="-8718" y="113047"/>
                    <a:pt x="5168" y="139084"/>
                    <a:pt x="25999" y="134455"/>
                  </a:cubicBezTo>
                  <a:lnTo>
                    <a:pt x="102954" y="117097"/>
                  </a:lnTo>
                  <a:cubicBezTo>
                    <a:pt x="109319" y="88166"/>
                    <a:pt x="119734" y="49399"/>
                    <a:pt x="141143" y="8896"/>
                  </a:cubicBezTo>
                  <a:close/>
                </a:path>
              </a:pathLst>
            </a:custGeom>
            <a:grpFill/>
            <a:ln w="5755" cap="flat">
              <a:noFill/>
              <a:prstDash val="solid"/>
              <a:miter/>
            </a:ln>
          </p:spPr>
          <p:txBody>
            <a:bodyPr rtlCol="0" anchor="ctr"/>
            <a:lstStyle/>
            <a:p>
              <a:endParaRPr lang="de-DE"/>
            </a:p>
          </p:txBody>
        </p:sp>
        <p:sp>
          <p:nvSpPr>
            <p:cNvPr id="15" name="Freihandform: Form 239">
              <a:extLst>
                <a:ext uri="{FF2B5EF4-FFF2-40B4-BE49-F238E27FC236}">
                  <a16:creationId xmlns:a16="http://schemas.microsoft.com/office/drawing/2014/main" id="{33178324-1981-4946-BB0C-F05CDE5C1380}"/>
                </a:ext>
              </a:extLst>
            </p:cNvPr>
            <p:cNvSpPr/>
            <p:nvPr/>
          </p:nvSpPr>
          <p:spPr>
            <a:xfrm>
              <a:off x="5959329" y="6453694"/>
              <a:ext cx="135266" cy="145447"/>
            </a:xfrm>
            <a:custGeom>
              <a:avLst/>
              <a:gdLst>
                <a:gd name="connsiteX0" fmla="*/ 124377 w 135266"/>
                <a:gd name="connsiteY0" fmla="*/ 0 h 145447"/>
                <a:gd name="connsiteX1" fmla="*/ 18491 w 135266"/>
                <a:gd name="connsiteY1" fmla="*/ 37031 h 145447"/>
                <a:gd name="connsiteX2" fmla="*/ 554 w 135266"/>
                <a:gd name="connsiteY2" fmla="*/ 119194 h 145447"/>
                <a:gd name="connsiteX3" fmla="*/ 37006 w 135266"/>
                <a:gd name="connsiteY3" fmla="*/ 138867 h 145447"/>
                <a:gd name="connsiteX4" fmla="*/ 129006 w 135266"/>
                <a:gd name="connsiteY4" fmla="*/ 46868 h 145447"/>
                <a:gd name="connsiteX5" fmla="*/ 133635 w 135266"/>
                <a:gd name="connsiteY5" fmla="*/ 23723 h 145447"/>
                <a:gd name="connsiteX6" fmla="*/ 124377 w 135266"/>
                <a:gd name="connsiteY6" fmla="*/ 0 h 1454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5266" h="145447">
                  <a:moveTo>
                    <a:pt x="124377" y="0"/>
                  </a:moveTo>
                  <a:cubicBezTo>
                    <a:pt x="85610" y="20251"/>
                    <a:pt x="48579" y="31245"/>
                    <a:pt x="18491" y="37031"/>
                  </a:cubicBezTo>
                  <a:lnTo>
                    <a:pt x="554" y="119194"/>
                  </a:lnTo>
                  <a:cubicBezTo>
                    <a:pt x="-4075" y="140024"/>
                    <a:pt x="21384" y="154490"/>
                    <a:pt x="37006" y="138867"/>
                  </a:cubicBezTo>
                  <a:lnTo>
                    <a:pt x="129006" y="46868"/>
                  </a:lnTo>
                  <a:cubicBezTo>
                    <a:pt x="134792" y="41082"/>
                    <a:pt x="137107" y="31824"/>
                    <a:pt x="133635" y="23723"/>
                  </a:cubicBezTo>
                  <a:lnTo>
                    <a:pt x="124377" y="0"/>
                  </a:lnTo>
                  <a:close/>
                </a:path>
              </a:pathLst>
            </a:custGeom>
            <a:grpFill/>
            <a:ln w="5755" cap="flat">
              <a:noFill/>
              <a:prstDash val="solid"/>
              <a:miter/>
            </a:ln>
          </p:spPr>
          <p:txBody>
            <a:bodyPr rtlCol="0" anchor="ctr"/>
            <a:lstStyle/>
            <a:p>
              <a:endParaRPr lang="de-DE"/>
            </a:p>
          </p:txBody>
        </p:sp>
        <p:sp>
          <p:nvSpPr>
            <p:cNvPr id="16" name="Freihandform: Form 240">
              <a:extLst>
                <a:ext uri="{FF2B5EF4-FFF2-40B4-BE49-F238E27FC236}">
                  <a16:creationId xmlns:a16="http://schemas.microsoft.com/office/drawing/2014/main" id="{DA728439-535B-4FD1-8C2A-205DA50924E2}"/>
                </a:ext>
              </a:extLst>
            </p:cNvPr>
            <p:cNvSpPr/>
            <p:nvPr/>
          </p:nvSpPr>
          <p:spPr>
            <a:xfrm>
              <a:off x="5912436" y="6160916"/>
              <a:ext cx="311294" cy="310715"/>
            </a:xfrm>
            <a:custGeom>
              <a:avLst/>
              <a:gdLst>
                <a:gd name="connsiteX0" fmla="*/ 205408 w 311294"/>
                <a:gd name="connsiteY0" fmla="*/ 0 h 310715"/>
                <a:gd name="connsiteX1" fmla="*/ 94893 w 311294"/>
                <a:gd name="connsiteY1" fmla="*/ 75220 h 310715"/>
                <a:gd name="connsiteX2" fmla="*/ 0 w 311294"/>
                <a:gd name="connsiteY2" fmla="*/ 274841 h 310715"/>
                <a:gd name="connsiteX3" fmla="*/ 35874 w 311294"/>
                <a:gd name="connsiteY3" fmla="*/ 310715 h 310715"/>
                <a:gd name="connsiteX4" fmla="*/ 236074 w 311294"/>
                <a:gd name="connsiteY4" fmla="*/ 216401 h 310715"/>
                <a:gd name="connsiteX5" fmla="*/ 311294 w 311294"/>
                <a:gd name="connsiteY5" fmla="*/ 106465 h 310715"/>
                <a:gd name="connsiteX6" fmla="*/ 267319 w 311294"/>
                <a:gd name="connsiteY6" fmla="*/ 42817 h 310715"/>
                <a:gd name="connsiteX7" fmla="*/ 205408 w 311294"/>
                <a:gd name="connsiteY7" fmla="*/ 0 h 310715"/>
                <a:gd name="connsiteX8" fmla="*/ 234917 w 311294"/>
                <a:gd name="connsiteY8" fmla="*/ 124981 h 310715"/>
                <a:gd name="connsiteX9" fmla="*/ 185735 w 311294"/>
                <a:gd name="connsiteY9" fmla="*/ 124981 h 310715"/>
                <a:gd name="connsiteX10" fmla="*/ 185735 w 311294"/>
                <a:gd name="connsiteY10" fmla="*/ 75798 h 310715"/>
                <a:gd name="connsiteX11" fmla="*/ 234917 w 311294"/>
                <a:gd name="connsiteY11" fmla="*/ 75798 h 310715"/>
                <a:gd name="connsiteX12" fmla="*/ 234917 w 311294"/>
                <a:gd name="connsiteY12" fmla="*/ 124981 h 3107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11294" h="310715">
                  <a:moveTo>
                    <a:pt x="205408" y="0"/>
                  </a:moveTo>
                  <a:cubicBezTo>
                    <a:pt x="171270" y="13887"/>
                    <a:pt x="132503" y="37610"/>
                    <a:pt x="94893" y="75220"/>
                  </a:cubicBezTo>
                  <a:cubicBezTo>
                    <a:pt x="26038" y="144075"/>
                    <a:pt x="5786" y="227395"/>
                    <a:pt x="0" y="274841"/>
                  </a:cubicBezTo>
                  <a:lnTo>
                    <a:pt x="35874" y="310715"/>
                  </a:lnTo>
                  <a:cubicBezTo>
                    <a:pt x="83320" y="304929"/>
                    <a:pt x="167219" y="285256"/>
                    <a:pt x="236074" y="216401"/>
                  </a:cubicBezTo>
                  <a:cubicBezTo>
                    <a:pt x="273684" y="178792"/>
                    <a:pt x="297407" y="140603"/>
                    <a:pt x="311294" y="106465"/>
                  </a:cubicBezTo>
                  <a:cubicBezTo>
                    <a:pt x="303772" y="87371"/>
                    <a:pt x="288728" y="64805"/>
                    <a:pt x="267319" y="42817"/>
                  </a:cubicBezTo>
                  <a:cubicBezTo>
                    <a:pt x="246489" y="22566"/>
                    <a:pt x="224502" y="7522"/>
                    <a:pt x="205408" y="0"/>
                  </a:cubicBezTo>
                  <a:close/>
                  <a:moveTo>
                    <a:pt x="234917" y="124981"/>
                  </a:moveTo>
                  <a:cubicBezTo>
                    <a:pt x="221609" y="138289"/>
                    <a:pt x="199622" y="138289"/>
                    <a:pt x="185735" y="124981"/>
                  </a:cubicBezTo>
                  <a:cubicBezTo>
                    <a:pt x="172427" y="111672"/>
                    <a:pt x="172427" y="89685"/>
                    <a:pt x="185735" y="75798"/>
                  </a:cubicBezTo>
                  <a:cubicBezTo>
                    <a:pt x="199043" y="62490"/>
                    <a:pt x="221030" y="62490"/>
                    <a:pt x="234917" y="75798"/>
                  </a:cubicBezTo>
                  <a:cubicBezTo>
                    <a:pt x="248225" y="89685"/>
                    <a:pt x="248225" y="111672"/>
                    <a:pt x="234917" y="124981"/>
                  </a:cubicBezTo>
                  <a:close/>
                </a:path>
              </a:pathLst>
            </a:custGeom>
            <a:grpFill/>
            <a:ln w="5755" cap="flat">
              <a:noFill/>
              <a:prstDash val="solid"/>
              <a:miter/>
            </a:ln>
          </p:spPr>
          <p:txBody>
            <a:bodyPr rtlCol="0" anchor="ctr"/>
            <a:lstStyle/>
            <a:p>
              <a:endParaRPr lang="de-DE"/>
            </a:p>
          </p:txBody>
        </p:sp>
        <p:sp>
          <p:nvSpPr>
            <p:cNvPr id="17" name="Freihandform: Form 241">
              <a:extLst>
                <a:ext uri="{FF2B5EF4-FFF2-40B4-BE49-F238E27FC236}">
                  <a16:creationId xmlns:a16="http://schemas.microsoft.com/office/drawing/2014/main" id="{67CA6BC5-ADFC-463B-A214-BA231E59E835}"/>
                </a:ext>
              </a:extLst>
            </p:cNvPr>
            <p:cNvSpPr/>
            <p:nvPr/>
          </p:nvSpPr>
          <p:spPr>
            <a:xfrm>
              <a:off x="5844286" y="6457370"/>
              <a:ext cx="82410" cy="82581"/>
            </a:xfrm>
            <a:custGeom>
              <a:avLst/>
              <a:gdLst>
                <a:gd name="connsiteX0" fmla="*/ 67572 w 82410"/>
                <a:gd name="connsiteY0" fmla="*/ 14839 h 82581"/>
                <a:gd name="connsiteX1" fmla="*/ 40377 w 82410"/>
                <a:gd name="connsiteY1" fmla="*/ 9053 h 82581"/>
                <a:gd name="connsiteX2" fmla="*/ 1610 w 82410"/>
                <a:gd name="connsiteY2" fmla="*/ 80801 h 82581"/>
                <a:gd name="connsiteX3" fmla="*/ 73358 w 82410"/>
                <a:gd name="connsiteY3" fmla="*/ 42034 h 82581"/>
                <a:gd name="connsiteX4" fmla="*/ 67572 w 82410"/>
                <a:gd name="connsiteY4" fmla="*/ 14839 h 8258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2410" h="82581">
                  <a:moveTo>
                    <a:pt x="67572" y="14839"/>
                  </a:moveTo>
                  <a:cubicBezTo>
                    <a:pt x="58314" y="5581"/>
                    <a:pt x="59471" y="-10041"/>
                    <a:pt x="40377" y="9053"/>
                  </a:cubicBezTo>
                  <a:cubicBezTo>
                    <a:pt x="21283" y="28147"/>
                    <a:pt x="-7069" y="71543"/>
                    <a:pt x="1610" y="80801"/>
                  </a:cubicBezTo>
                  <a:cubicBezTo>
                    <a:pt x="10868" y="90059"/>
                    <a:pt x="54264" y="61128"/>
                    <a:pt x="73358" y="42034"/>
                  </a:cubicBezTo>
                  <a:cubicBezTo>
                    <a:pt x="92452" y="22361"/>
                    <a:pt x="76830" y="23518"/>
                    <a:pt x="67572" y="14839"/>
                  </a:cubicBezTo>
                  <a:close/>
                </a:path>
              </a:pathLst>
            </a:custGeom>
            <a:grpFill/>
            <a:ln w="5755" cap="flat">
              <a:noFill/>
              <a:prstDash val="solid"/>
              <a:miter/>
            </a:ln>
          </p:spPr>
          <p:txBody>
            <a:bodyPr rtlCol="0" anchor="ctr"/>
            <a:lstStyle/>
            <a:p>
              <a:endParaRPr lang="de-DE"/>
            </a:p>
          </p:txBody>
        </p:sp>
      </p:grpSp>
      <p:sp>
        <p:nvSpPr>
          <p:cNvPr id="24" name="Fußzeilenplatzhalter 2"/>
          <p:cNvSpPr>
            <a:spLocks noGrp="1"/>
          </p:cNvSpPr>
          <p:nvPr>
            <p:ph type="ftr" sz="quarter" idx="11"/>
          </p:nvPr>
        </p:nvSpPr>
        <p:spPr>
          <a:xfrm>
            <a:off x="5363852" y="6311900"/>
            <a:ext cx="4326902" cy="409575"/>
          </a:xfrm>
        </p:spPr>
        <p:txBody>
          <a:bodyPr vert="horz" lIns="91440" tIns="45720" rIns="91440" bIns="45720" rtlCol="0" anchor="ctr"/>
          <a:lstStyle/>
          <a:p>
            <a:endParaRPr lang="de-DE" sz="1400" b="1" i="1" dirty="0">
              <a:effectLst>
                <a:outerShdw blurRad="38100" dist="38100" dir="2700000" algn="tl">
                  <a:srgbClr val="000000">
                    <a:alpha val="43137"/>
                  </a:srgbClr>
                </a:outerShdw>
              </a:effectLst>
              <a:latin typeface="+mj-lt"/>
              <a:cs typeface="Arial" panose="020B0604020202020204" pitchFamily="34" charset="0"/>
            </a:endParaRPr>
          </a:p>
        </p:txBody>
      </p:sp>
      <p:sp>
        <p:nvSpPr>
          <p:cNvPr id="22" name="Textplatzhalter 7"/>
          <p:cNvSpPr>
            <a:spLocks noGrp="1"/>
          </p:cNvSpPr>
          <p:nvPr>
            <p:ph type="body" sz="quarter" idx="13"/>
          </p:nvPr>
        </p:nvSpPr>
        <p:spPr>
          <a:xfrm>
            <a:off x="2332521" y="1587684"/>
            <a:ext cx="5751512" cy="1307505"/>
          </a:xfrm>
        </p:spPr>
        <p:txBody>
          <a:bodyPr>
            <a:normAutofit/>
          </a:bodyPr>
          <a:lstStyle/>
          <a:p>
            <a:r>
              <a:rPr lang="en-US" dirty="0" err="1" smtClean="0">
                <a:effectLst>
                  <a:outerShdw blurRad="38100" dist="38100" dir="2700000" algn="tl">
                    <a:srgbClr val="000000">
                      <a:alpha val="43137"/>
                    </a:srgbClr>
                  </a:outerShdw>
                </a:effectLst>
              </a:rPr>
              <a:t>Designprinzipien</a:t>
            </a:r>
            <a:endParaRPr lang="de-DE" dirty="0" smtClean="0">
              <a:effectLst>
                <a:outerShdw blurRad="38100" dist="38100" dir="2700000" algn="tl">
                  <a:srgbClr val="000000">
                    <a:alpha val="43137"/>
                  </a:srgbClr>
                </a:outerShdw>
              </a:effectLst>
            </a:endParaRPr>
          </a:p>
          <a:p>
            <a:pPr lvl="0"/>
            <a:r>
              <a:rPr lang="en-US" sz="2200" smtClean="0"/>
              <a:t>Allgemeines</a:t>
            </a:r>
            <a:endParaRPr lang="de-DE" sz="2200" dirty="0"/>
          </a:p>
        </p:txBody>
      </p:sp>
      <p:pic>
        <p:nvPicPr>
          <p:cNvPr id="25" name="Grafik 24"/>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267709" y="0"/>
            <a:ext cx="1000883" cy="839038"/>
          </a:xfrm>
          <a:prstGeom prst="rect">
            <a:avLst/>
          </a:prstGeom>
        </p:spPr>
      </p:pic>
      <p:sp>
        <p:nvSpPr>
          <p:cNvPr id="23" name="Rechteck 22"/>
          <p:cNvSpPr/>
          <p:nvPr/>
        </p:nvSpPr>
        <p:spPr>
          <a:xfrm>
            <a:off x="838410" y="3093554"/>
            <a:ext cx="6497481" cy="1676741"/>
          </a:xfrm>
          <a:prstGeom prst="rect">
            <a:avLst/>
          </a:prstGeom>
        </p:spPr>
        <p:txBody>
          <a:bodyPr wrap="square">
            <a:spAutoFit/>
          </a:bodyPr>
          <a:lstStyle/>
          <a:p>
            <a:pPr>
              <a:lnSpc>
                <a:spcPct val="107000"/>
              </a:lnSpc>
              <a:spcAft>
                <a:spcPts val="800"/>
              </a:spcAft>
            </a:pPr>
            <a:r>
              <a:rPr lang="de-DE">
                <a:latin typeface="Calibri" panose="020F0502020204030204" pitchFamily="34" charset="0"/>
                <a:ea typeface="Calibri" panose="020F0502020204030204" pitchFamily="34" charset="0"/>
                <a:cs typeface="Times New Roman" panose="02020603050405020304" pitchFamily="18" charset="0"/>
              </a:rPr>
              <a:t>"Software Architektur repräsentiert die </a:t>
            </a:r>
            <a:r>
              <a:rPr lang="de-DE" b="1">
                <a:latin typeface="Calibri" panose="020F0502020204030204" pitchFamily="34" charset="0"/>
                <a:ea typeface="Calibri" panose="020F0502020204030204" pitchFamily="34" charset="0"/>
                <a:cs typeface="Times New Roman" panose="02020603050405020304" pitchFamily="18" charset="0"/>
              </a:rPr>
              <a:t>frühen Entscheidungen</a:t>
            </a:r>
            <a:r>
              <a:rPr lang="de-DE">
                <a:latin typeface="Calibri" panose="020F0502020204030204" pitchFamily="34" charset="0"/>
                <a:ea typeface="Calibri" panose="020F0502020204030204" pitchFamily="34" charset="0"/>
                <a:cs typeface="Times New Roman" panose="02020603050405020304" pitchFamily="18" charset="0"/>
              </a:rPr>
              <a:t>, die ein System beeinflussen, während es noch leicht und kostengünstig ist, Änderungen vorzunehmen. Je besser diese Entscheidungen getroffen werden, desto erfolgreicher wird das System sein." </a:t>
            </a:r>
            <a:endParaRPr lang="de-DE" smtClean="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de-DE" smtClean="0">
                <a:latin typeface="Calibri" panose="020F0502020204030204" pitchFamily="34" charset="0"/>
                <a:ea typeface="Calibri" panose="020F0502020204030204" pitchFamily="34" charset="0"/>
                <a:cs typeface="Times New Roman" panose="02020603050405020304" pitchFamily="18" charset="0"/>
              </a:rPr>
              <a:t>- </a:t>
            </a:r>
            <a:r>
              <a:rPr lang="de-DE">
                <a:latin typeface="Calibri" panose="020F0502020204030204" pitchFamily="34" charset="0"/>
                <a:ea typeface="Calibri" panose="020F0502020204030204" pitchFamily="34" charset="0"/>
                <a:cs typeface="Times New Roman" panose="02020603050405020304" pitchFamily="18" charset="0"/>
              </a:rPr>
              <a:t>Robert </a:t>
            </a:r>
            <a:r>
              <a:rPr lang="de-DE" smtClean="0">
                <a:latin typeface="Calibri" panose="020F0502020204030204" pitchFamily="34" charset="0"/>
                <a:ea typeface="Calibri" panose="020F0502020204030204" pitchFamily="34" charset="0"/>
                <a:cs typeface="Times New Roman" panose="02020603050405020304" pitchFamily="18" charset="0"/>
              </a:rPr>
              <a:t>„Uncle Bob“ C</a:t>
            </a:r>
            <a:r>
              <a:rPr lang="de-DE">
                <a:latin typeface="Calibri" panose="020F0502020204030204" pitchFamily="34" charset="0"/>
                <a:ea typeface="Calibri" panose="020F0502020204030204" pitchFamily="34" charset="0"/>
                <a:cs typeface="Times New Roman" panose="02020603050405020304" pitchFamily="18" charset="0"/>
              </a:rPr>
              <a:t>. Martin</a:t>
            </a:r>
          </a:p>
        </p:txBody>
      </p:sp>
    </p:spTree>
    <p:extLst>
      <p:ext uri="{BB962C8B-B14F-4D97-AF65-F5344CB8AC3E}">
        <p14:creationId xmlns:p14="http://schemas.microsoft.com/office/powerpoint/2010/main" val="498961787"/>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platzhalter 1"/>
          <p:cNvSpPr>
            <a:spLocks noGrp="1"/>
          </p:cNvSpPr>
          <p:nvPr>
            <p:ph type="body" sz="quarter" idx="14"/>
          </p:nvPr>
        </p:nvSpPr>
        <p:spPr>
          <a:xfrm>
            <a:off x="362422" y="1463581"/>
            <a:ext cx="11495753" cy="4419877"/>
          </a:xfrm>
        </p:spPr>
        <p:txBody>
          <a:bodyPr>
            <a:normAutofit/>
          </a:bodyPr>
          <a:lstStyle/>
          <a:p>
            <a:r>
              <a:rPr lang="en-US" sz="3400" b="1" smtClean="0"/>
              <a:t>Allgemeines</a:t>
            </a:r>
            <a:endParaRPr lang="de-DE" sz="3400" b="1" dirty="0" smtClean="0"/>
          </a:p>
          <a:p>
            <a:pPr marL="0" indent="0">
              <a:buNone/>
            </a:pPr>
            <a:r>
              <a:rPr lang="de-DE" smtClean="0"/>
              <a:t>Software-Designprinzipien </a:t>
            </a:r>
            <a:r>
              <a:rPr lang="de-DE"/>
              <a:t>sind grundlegende Richtlinien, die Anwendungsentwicklern helfen, Entscheidungen bei der Entwicklung von Softwaresystemen zu treffen. Sie stellen einen Rahmen dar, der Entwickler </a:t>
            </a:r>
            <a:r>
              <a:rPr lang="de-DE" smtClean="0"/>
              <a:t>unterstützt effiziente, </a:t>
            </a:r>
            <a:r>
              <a:rPr lang="de-DE"/>
              <a:t>skalierbare und wartbare Software zu </a:t>
            </a:r>
            <a:r>
              <a:rPr lang="de-DE" smtClean="0"/>
              <a:t>entwerfen, </a:t>
            </a:r>
            <a:r>
              <a:rPr lang="de-DE"/>
              <a:t>sowie Fehler zu minimieren. </a:t>
            </a:r>
            <a:endParaRPr lang="de-DE" smtClean="0"/>
          </a:p>
          <a:p>
            <a:pPr marL="0" indent="0">
              <a:buNone/>
            </a:pPr>
            <a:r>
              <a:rPr lang="de-DE" smtClean="0"/>
              <a:t>Die </a:t>
            </a:r>
            <a:r>
              <a:rPr lang="de-DE"/>
              <a:t>Prinzipien sind als Richtlinien und Best Practices zu verstehen und können dazu beitragen, die Gesamtqualität von Software zu verbessern und erleichtern somit eine kostengünstige Entwicklung und Wartung.</a:t>
            </a:r>
          </a:p>
          <a:p>
            <a:pPr marL="0" indent="0">
              <a:buNone/>
            </a:pPr>
            <a:endParaRPr lang="de-DE" dirty="0" smtClean="0"/>
          </a:p>
        </p:txBody>
      </p:sp>
      <p:sp>
        <p:nvSpPr>
          <p:cNvPr id="3" name="Datumsplatzhalter 2"/>
          <p:cNvSpPr>
            <a:spLocks noGrp="1"/>
          </p:cNvSpPr>
          <p:nvPr>
            <p:ph type="dt" sz="half" idx="10"/>
          </p:nvPr>
        </p:nvSpPr>
        <p:spPr/>
        <p:txBody>
          <a:bodyPr/>
          <a:lstStyle/>
          <a:p>
            <a:fld id="{2C929609-5B6D-4D6B-87F3-9C2730465329}" type="datetime1">
              <a:rPr lang="de-DE" smtClean="0"/>
              <a:t>26.06.2023</a:t>
            </a:fld>
            <a:endParaRPr lang="de-DE"/>
          </a:p>
        </p:txBody>
      </p:sp>
      <p:sp>
        <p:nvSpPr>
          <p:cNvPr id="5" name="Foliennummernplatzhalter 4"/>
          <p:cNvSpPr>
            <a:spLocks noGrp="1"/>
          </p:cNvSpPr>
          <p:nvPr>
            <p:ph type="sldNum" sz="quarter" idx="12"/>
          </p:nvPr>
        </p:nvSpPr>
        <p:spPr/>
        <p:txBody>
          <a:bodyPr/>
          <a:lstStyle/>
          <a:p>
            <a:fld id="{220551C3-A462-45EE-8D4B-53AADAADD6D4}" type="slidenum">
              <a:rPr lang="de-DE" smtClean="0"/>
              <a:t>3</a:t>
            </a:fld>
            <a:endParaRPr lang="de-DE"/>
          </a:p>
        </p:txBody>
      </p:sp>
      <p:sp>
        <p:nvSpPr>
          <p:cNvPr id="22" name="Fußzeilenplatzhalter 2"/>
          <p:cNvSpPr>
            <a:spLocks noGrp="1"/>
          </p:cNvSpPr>
          <p:nvPr>
            <p:ph type="ftr" sz="quarter" idx="11"/>
          </p:nvPr>
        </p:nvSpPr>
        <p:spPr>
          <a:xfrm>
            <a:off x="5363852" y="6311900"/>
            <a:ext cx="4326902" cy="409575"/>
          </a:xfrm>
        </p:spPr>
        <p:txBody>
          <a:bodyPr vert="horz" lIns="91440" tIns="45720" rIns="91440" bIns="45720" rtlCol="0" anchor="ctr"/>
          <a:lstStyle/>
          <a:p>
            <a:endParaRPr lang="de-DE" sz="1400" b="1" i="1" dirty="0">
              <a:effectLst>
                <a:outerShdw blurRad="38100" dist="38100" dir="2700000" algn="tl">
                  <a:srgbClr val="000000">
                    <a:alpha val="43137"/>
                  </a:srgbClr>
                </a:outerShdw>
              </a:effectLst>
              <a:latin typeface="+mj-lt"/>
              <a:cs typeface="Arial" panose="020B0604020202020204" pitchFamily="34" charset="0"/>
            </a:endParaRPr>
          </a:p>
        </p:txBody>
      </p:sp>
      <p:sp>
        <p:nvSpPr>
          <p:cNvPr id="14" name="Titel 10"/>
          <p:cNvSpPr>
            <a:spLocks noGrp="1"/>
          </p:cNvSpPr>
          <p:nvPr>
            <p:ph type="title"/>
          </p:nvPr>
        </p:nvSpPr>
        <p:spPr>
          <a:xfrm>
            <a:off x="362422" y="550865"/>
            <a:ext cx="8559156" cy="720725"/>
          </a:xfrm>
        </p:spPr>
        <p:txBody>
          <a:bodyPr>
            <a:normAutofit fontScale="90000"/>
          </a:bodyPr>
          <a:lstStyle/>
          <a:p>
            <a:r>
              <a:rPr lang="de-DE" dirty="0" smtClean="0">
                <a:effectLst>
                  <a:outerShdw blurRad="38100" dist="38100" dir="2700000" algn="tl">
                    <a:srgbClr val="000000">
                      <a:alpha val="43137"/>
                    </a:srgbClr>
                  </a:outerShdw>
                </a:effectLst>
              </a:rPr>
              <a:t>1.1 Designprinzipien</a:t>
            </a:r>
            <a:r>
              <a:rPr lang="de-DE" dirty="0"/>
              <a:t/>
            </a:r>
            <a:br>
              <a:rPr lang="de-DE" dirty="0"/>
            </a:br>
            <a:r>
              <a:rPr lang="de-DE"/>
              <a:t/>
            </a:r>
            <a:br>
              <a:rPr lang="de-DE"/>
            </a:br>
            <a:endParaRPr lang="de-DE" dirty="0"/>
          </a:p>
        </p:txBody>
      </p:sp>
      <p:pic>
        <p:nvPicPr>
          <p:cNvPr id="10" name="Grafik 9"/>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267709" y="0"/>
            <a:ext cx="1000883" cy="839038"/>
          </a:xfrm>
          <a:prstGeom prst="rect">
            <a:avLst/>
          </a:prstGeom>
        </p:spPr>
      </p:pic>
    </p:spTree>
    <p:extLst>
      <p:ext uri="{BB962C8B-B14F-4D97-AF65-F5344CB8AC3E}">
        <p14:creationId xmlns:p14="http://schemas.microsoft.com/office/powerpoint/2010/main" val="2762910432"/>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platzhalter 1"/>
          <p:cNvSpPr>
            <a:spLocks noGrp="1"/>
          </p:cNvSpPr>
          <p:nvPr>
            <p:ph type="body" sz="quarter" idx="14"/>
          </p:nvPr>
        </p:nvSpPr>
        <p:spPr>
          <a:xfrm>
            <a:off x="362422" y="1463581"/>
            <a:ext cx="11495753" cy="4419877"/>
          </a:xfrm>
        </p:spPr>
        <p:txBody>
          <a:bodyPr>
            <a:normAutofit/>
          </a:bodyPr>
          <a:lstStyle/>
          <a:p>
            <a:r>
              <a:rPr lang="de-DE" sz="3400" b="1" smtClean="0"/>
              <a:t>Übersicht</a:t>
            </a:r>
          </a:p>
          <a:p>
            <a:pPr marL="0" indent="0">
              <a:buNone/>
            </a:pPr>
            <a:r>
              <a:rPr lang="de-DE" smtClean="0"/>
              <a:t>Indem </a:t>
            </a:r>
            <a:r>
              <a:rPr lang="de-DE"/>
              <a:t>man </a:t>
            </a:r>
            <a:r>
              <a:rPr lang="de-DE" smtClean="0"/>
              <a:t>die Designprinzipien </a:t>
            </a:r>
            <a:r>
              <a:rPr lang="de-DE"/>
              <a:t>befolgt oder zumindest berücksichtigt, kann man den Quellcode sauberer, verständlicher und anpassungsfähiger gestalten. Die Systeme werden stabil, leicht erweiterbar, skalierbar und </a:t>
            </a:r>
            <a:r>
              <a:rPr lang="de-DE" smtClean="0"/>
              <a:t>wartbar. </a:t>
            </a:r>
          </a:p>
          <a:p>
            <a:pPr marL="0" indent="0">
              <a:buNone/>
            </a:pPr>
            <a:r>
              <a:rPr lang="de-DE" smtClean="0"/>
              <a:t>Das </a:t>
            </a:r>
            <a:r>
              <a:rPr lang="de-DE"/>
              <a:t>Wissen um Software-Design Prinzipien hilft Entwicklern qualitativ hochwertigen Code von schwer </a:t>
            </a:r>
            <a:r>
              <a:rPr lang="de-DE" smtClean="0"/>
              <a:t>wartbarem </a:t>
            </a:r>
            <a:r>
              <a:rPr lang="de-DE"/>
              <a:t>oder schlecht </a:t>
            </a:r>
            <a:r>
              <a:rPr lang="de-DE" smtClean="0"/>
              <a:t>designtem Code </a:t>
            </a:r>
            <a:r>
              <a:rPr lang="de-DE"/>
              <a:t>zu unterscheiden. </a:t>
            </a:r>
            <a:endParaRPr lang="de-DE" smtClean="0"/>
          </a:p>
          <a:p>
            <a:pPr marL="0" indent="0">
              <a:buNone/>
            </a:pPr>
            <a:r>
              <a:rPr lang="de-DE"/>
              <a:t>Im Laufe der Zeit haben sich unterschiedlichste Designprinzipien entwickelt. Wir wollen uns auf einige der wichtigsten Prinzipien </a:t>
            </a:r>
            <a:r>
              <a:rPr lang="de-DE" smtClean="0"/>
              <a:t>beschränken.</a:t>
            </a:r>
            <a:endParaRPr lang="de-DE"/>
          </a:p>
          <a:p>
            <a:pPr marL="0" indent="0">
              <a:buNone/>
            </a:pPr>
            <a:endParaRPr lang="de-DE" sz="2000" dirty="0"/>
          </a:p>
        </p:txBody>
      </p:sp>
      <p:sp>
        <p:nvSpPr>
          <p:cNvPr id="3" name="Datumsplatzhalter 2"/>
          <p:cNvSpPr>
            <a:spLocks noGrp="1"/>
          </p:cNvSpPr>
          <p:nvPr>
            <p:ph type="dt" sz="half" idx="10"/>
          </p:nvPr>
        </p:nvSpPr>
        <p:spPr/>
        <p:txBody>
          <a:bodyPr/>
          <a:lstStyle/>
          <a:p>
            <a:fld id="{2C929609-5B6D-4D6B-87F3-9C2730465329}" type="datetime1">
              <a:rPr lang="de-DE" smtClean="0"/>
              <a:t>26.06.2023</a:t>
            </a:fld>
            <a:endParaRPr lang="de-DE"/>
          </a:p>
        </p:txBody>
      </p:sp>
      <p:sp>
        <p:nvSpPr>
          <p:cNvPr id="5" name="Foliennummernplatzhalter 4"/>
          <p:cNvSpPr>
            <a:spLocks noGrp="1"/>
          </p:cNvSpPr>
          <p:nvPr>
            <p:ph type="sldNum" sz="quarter" idx="12"/>
          </p:nvPr>
        </p:nvSpPr>
        <p:spPr/>
        <p:txBody>
          <a:bodyPr/>
          <a:lstStyle/>
          <a:p>
            <a:fld id="{220551C3-A462-45EE-8D4B-53AADAADD6D4}" type="slidenum">
              <a:rPr lang="de-DE" smtClean="0"/>
              <a:t>4</a:t>
            </a:fld>
            <a:endParaRPr lang="de-DE"/>
          </a:p>
        </p:txBody>
      </p:sp>
      <p:sp>
        <p:nvSpPr>
          <p:cNvPr id="22" name="Fußzeilenplatzhalter 2"/>
          <p:cNvSpPr>
            <a:spLocks noGrp="1"/>
          </p:cNvSpPr>
          <p:nvPr>
            <p:ph type="ftr" sz="quarter" idx="11"/>
          </p:nvPr>
        </p:nvSpPr>
        <p:spPr>
          <a:xfrm>
            <a:off x="5363852" y="6311900"/>
            <a:ext cx="4326902" cy="409575"/>
          </a:xfrm>
        </p:spPr>
        <p:txBody>
          <a:bodyPr vert="horz" lIns="91440" tIns="45720" rIns="91440" bIns="45720" rtlCol="0" anchor="ctr"/>
          <a:lstStyle/>
          <a:p>
            <a:endParaRPr lang="de-DE" sz="1400" b="1" i="1" dirty="0">
              <a:effectLst>
                <a:outerShdw blurRad="38100" dist="38100" dir="2700000" algn="tl">
                  <a:srgbClr val="000000">
                    <a:alpha val="43137"/>
                  </a:srgbClr>
                </a:outerShdw>
              </a:effectLst>
              <a:latin typeface="+mj-lt"/>
              <a:cs typeface="Arial" panose="020B0604020202020204" pitchFamily="34" charset="0"/>
            </a:endParaRPr>
          </a:p>
        </p:txBody>
      </p:sp>
      <p:sp>
        <p:nvSpPr>
          <p:cNvPr id="14" name="Titel 10"/>
          <p:cNvSpPr>
            <a:spLocks noGrp="1"/>
          </p:cNvSpPr>
          <p:nvPr>
            <p:ph type="title"/>
          </p:nvPr>
        </p:nvSpPr>
        <p:spPr>
          <a:xfrm>
            <a:off x="362422" y="550865"/>
            <a:ext cx="8559156" cy="720725"/>
          </a:xfrm>
        </p:spPr>
        <p:txBody>
          <a:bodyPr>
            <a:normAutofit fontScale="90000"/>
          </a:bodyPr>
          <a:lstStyle/>
          <a:p>
            <a:r>
              <a:rPr lang="de-DE" dirty="0" smtClean="0">
                <a:effectLst>
                  <a:outerShdw blurRad="38100" dist="38100" dir="2700000" algn="tl">
                    <a:srgbClr val="000000">
                      <a:alpha val="43137"/>
                    </a:srgbClr>
                  </a:outerShdw>
                </a:effectLst>
              </a:rPr>
              <a:t>1.1 Designprinzipien</a:t>
            </a:r>
            <a:r>
              <a:rPr lang="de-DE" dirty="0"/>
              <a:t/>
            </a:r>
            <a:br>
              <a:rPr lang="de-DE" dirty="0"/>
            </a:br>
            <a:r>
              <a:rPr lang="de-DE" dirty="0"/>
              <a:t/>
            </a:r>
            <a:br>
              <a:rPr lang="de-DE" dirty="0"/>
            </a:br>
            <a:r>
              <a:rPr lang="de-DE" dirty="0" smtClean="0">
                <a:effectLst>
                  <a:outerShdw blurRad="38100" dist="38100" dir="2700000" algn="tl">
                    <a:srgbClr val="000000">
                      <a:alpha val="43137"/>
                    </a:srgbClr>
                  </a:outerShdw>
                </a:effectLst>
              </a:rPr>
              <a:t> </a:t>
            </a:r>
            <a:endParaRPr lang="de-DE" dirty="0"/>
          </a:p>
        </p:txBody>
      </p:sp>
      <p:pic>
        <p:nvPicPr>
          <p:cNvPr id="12" name="Grafik 1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267709" y="0"/>
            <a:ext cx="1000883" cy="839038"/>
          </a:xfrm>
          <a:prstGeom prst="rect">
            <a:avLst/>
          </a:prstGeom>
        </p:spPr>
      </p:pic>
    </p:spTree>
    <p:extLst>
      <p:ext uri="{BB962C8B-B14F-4D97-AF65-F5344CB8AC3E}">
        <p14:creationId xmlns:p14="http://schemas.microsoft.com/office/powerpoint/2010/main" val="2545122828"/>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8" name="Gruppieren 17"/>
          <p:cNvGrpSpPr/>
          <p:nvPr/>
        </p:nvGrpSpPr>
        <p:grpSpPr>
          <a:xfrm>
            <a:off x="0" y="6083955"/>
            <a:ext cx="12192000" cy="792064"/>
            <a:chOff x="0" y="6083955"/>
            <a:chExt cx="12192000" cy="792064"/>
          </a:xfrm>
        </p:grpSpPr>
        <p:sp>
          <p:nvSpPr>
            <p:cNvPr id="19" name="Freihandform 18"/>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20" name="Grafik 1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pic>
        <p:nvPicPr>
          <p:cNvPr id="21" name="Grafik 2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2" name="Datumsplatzhalter 1"/>
          <p:cNvSpPr>
            <a:spLocks noGrp="1"/>
          </p:cNvSpPr>
          <p:nvPr>
            <p:ph type="dt" sz="half" idx="10"/>
          </p:nvPr>
        </p:nvSpPr>
        <p:spPr/>
        <p:txBody>
          <a:bodyPr/>
          <a:lstStyle/>
          <a:p>
            <a:fld id="{91A38907-1D56-49C9-A625-C784B66F035F}" type="datetime1">
              <a:rPr lang="de-DE" smtClean="0"/>
              <a:t>26.06.2023</a:t>
            </a:fld>
            <a:endParaRPr lang="de-DE"/>
          </a:p>
        </p:txBody>
      </p:sp>
      <p:sp>
        <p:nvSpPr>
          <p:cNvPr id="4" name="Foliennummernplatzhalter 3"/>
          <p:cNvSpPr>
            <a:spLocks noGrp="1"/>
          </p:cNvSpPr>
          <p:nvPr>
            <p:ph type="sldNum" sz="quarter" idx="12"/>
          </p:nvPr>
        </p:nvSpPr>
        <p:spPr/>
        <p:txBody>
          <a:bodyPr/>
          <a:lstStyle/>
          <a:p>
            <a:fld id="{220551C3-A462-45EE-8D4B-53AADAADD6D4}" type="slidenum">
              <a:rPr lang="de-DE" smtClean="0"/>
              <a:t>5</a:t>
            </a:fld>
            <a:endParaRPr lang="de-DE"/>
          </a:p>
        </p:txBody>
      </p:sp>
      <p:sp>
        <p:nvSpPr>
          <p:cNvPr id="10" name="Textplatzhalter 9"/>
          <p:cNvSpPr>
            <a:spLocks noGrp="1"/>
          </p:cNvSpPr>
          <p:nvPr>
            <p:ph type="body" sz="quarter" idx="15"/>
          </p:nvPr>
        </p:nvSpPr>
        <p:spPr>
          <a:xfrm>
            <a:off x="876670" y="1590643"/>
            <a:ext cx="1219200" cy="1123950"/>
          </a:xfrm>
        </p:spPr>
        <p:txBody>
          <a:bodyPr>
            <a:normAutofit/>
          </a:bodyPr>
          <a:lstStyle/>
          <a:p>
            <a:r>
              <a:rPr lang="de-DE" sz="6000" dirty="0" smtClean="0">
                <a:effectLst>
                  <a:outerShdw blurRad="38100" dist="38100" dir="2700000" algn="tl">
                    <a:srgbClr val="000000">
                      <a:alpha val="43137"/>
                    </a:srgbClr>
                  </a:outerShdw>
                </a:effectLst>
              </a:rPr>
              <a:t>1.2</a:t>
            </a:r>
            <a:endParaRPr lang="de-DE" sz="6000" dirty="0"/>
          </a:p>
        </p:txBody>
      </p:sp>
      <p:grpSp>
        <p:nvGrpSpPr>
          <p:cNvPr id="12" name="Grafik 83" descr="Rakete">
            <a:extLst>
              <a:ext uri="{FF2B5EF4-FFF2-40B4-BE49-F238E27FC236}">
                <a16:creationId xmlns:a16="http://schemas.microsoft.com/office/drawing/2014/main" id="{538B78E7-974A-4387-AB32-77B53CD37171}"/>
              </a:ext>
            </a:extLst>
          </p:cNvPr>
          <p:cNvGrpSpPr/>
          <p:nvPr/>
        </p:nvGrpSpPr>
        <p:grpSpPr>
          <a:xfrm>
            <a:off x="7285865" y="2252003"/>
            <a:ext cx="2642225" cy="2642225"/>
            <a:chOff x="5744639" y="6089168"/>
            <a:chExt cx="555469" cy="555469"/>
          </a:xfrm>
          <a:solidFill>
            <a:schemeClr val="tx2"/>
          </a:solidFill>
        </p:grpSpPr>
        <p:sp>
          <p:nvSpPr>
            <p:cNvPr id="13" name="Freihandform: Form 237">
              <a:extLst>
                <a:ext uri="{FF2B5EF4-FFF2-40B4-BE49-F238E27FC236}">
                  <a16:creationId xmlns:a16="http://schemas.microsoft.com/office/drawing/2014/main" id="{923D2656-1EAB-4398-B4EA-CF70164A6EDD}"/>
                </a:ext>
              </a:extLst>
            </p:cNvPr>
            <p:cNvSpPr/>
            <p:nvPr/>
          </p:nvSpPr>
          <p:spPr>
            <a:xfrm>
              <a:off x="6149089" y="6134708"/>
              <a:ext cx="106153" cy="102005"/>
            </a:xfrm>
            <a:custGeom>
              <a:avLst/>
              <a:gdLst>
                <a:gd name="connsiteX0" fmla="*/ 103572 w 106153"/>
                <a:gd name="connsiteY0" fmla="*/ 3063 h 102005"/>
                <a:gd name="connsiteX1" fmla="*/ 0 w 106153"/>
                <a:gd name="connsiteY1" fmla="*/ 15793 h 102005"/>
                <a:gd name="connsiteX2" fmla="*/ 47446 w 106153"/>
                <a:gd name="connsiteY2" fmla="*/ 53402 h 102005"/>
                <a:gd name="connsiteX3" fmla="*/ 85635 w 106153"/>
                <a:gd name="connsiteY3" fmla="*/ 102006 h 102005"/>
                <a:gd name="connsiteX4" fmla="*/ 103572 w 106153"/>
                <a:gd name="connsiteY4" fmla="*/ 3063 h 1020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153" h="102005">
                  <a:moveTo>
                    <a:pt x="103572" y="3063"/>
                  </a:moveTo>
                  <a:cubicBezTo>
                    <a:pt x="95471" y="-5038"/>
                    <a:pt x="43396" y="4220"/>
                    <a:pt x="0" y="15793"/>
                  </a:cubicBezTo>
                  <a:cubicBezTo>
                    <a:pt x="15623" y="25050"/>
                    <a:pt x="31824" y="37780"/>
                    <a:pt x="47446" y="53402"/>
                  </a:cubicBezTo>
                  <a:cubicBezTo>
                    <a:pt x="63647" y="69604"/>
                    <a:pt x="76377" y="85805"/>
                    <a:pt x="85635" y="102006"/>
                  </a:cubicBezTo>
                  <a:cubicBezTo>
                    <a:pt x="97207" y="57453"/>
                    <a:pt x="112251" y="11164"/>
                    <a:pt x="103572" y="3063"/>
                  </a:cubicBezTo>
                  <a:close/>
                </a:path>
              </a:pathLst>
            </a:custGeom>
            <a:grpFill/>
            <a:ln w="5755" cap="flat">
              <a:noFill/>
              <a:prstDash val="solid"/>
              <a:miter/>
            </a:ln>
          </p:spPr>
          <p:txBody>
            <a:bodyPr rtlCol="0" anchor="ctr"/>
            <a:lstStyle/>
            <a:p>
              <a:endParaRPr lang="de-DE"/>
            </a:p>
          </p:txBody>
        </p:sp>
        <p:sp>
          <p:nvSpPr>
            <p:cNvPr id="14" name="Freihandform: Form 238">
              <a:extLst>
                <a:ext uri="{FF2B5EF4-FFF2-40B4-BE49-F238E27FC236}">
                  <a16:creationId xmlns:a16="http://schemas.microsoft.com/office/drawing/2014/main" id="{5B478280-F68E-4276-B617-06B0B9A1F4FE}"/>
                </a:ext>
              </a:extLst>
            </p:cNvPr>
            <p:cNvSpPr/>
            <p:nvPr/>
          </p:nvSpPr>
          <p:spPr>
            <a:xfrm>
              <a:off x="5789231" y="6293780"/>
              <a:ext cx="141142" cy="134998"/>
            </a:xfrm>
            <a:custGeom>
              <a:avLst/>
              <a:gdLst>
                <a:gd name="connsiteX0" fmla="*/ 141143 w 141142"/>
                <a:gd name="connsiteY0" fmla="*/ 8896 h 134998"/>
                <a:gd name="connsiteX1" fmla="*/ 121470 w 141142"/>
                <a:gd name="connsiteY1" fmla="*/ 1374 h 134998"/>
                <a:gd name="connsiteX2" fmla="*/ 98325 w 141142"/>
                <a:gd name="connsiteY2" fmla="*/ 6003 h 134998"/>
                <a:gd name="connsiteX3" fmla="*/ 6326 w 141142"/>
                <a:gd name="connsiteY3" fmla="*/ 98003 h 134998"/>
                <a:gd name="connsiteX4" fmla="*/ 25999 w 141142"/>
                <a:gd name="connsiteY4" fmla="*/ 134455 h 134998"/>
                <a:gd name="connsiteX5" fmla="*/ 102954 w 141142"/>
                <a:gd name="connsiteY5" fmla="*/ 117097 h 134998"/>
                <a:gd name="connsiteX6" fmla="*/ 141143 w 141142"/>
                <a:gd name="connsiteY6" fmla="*/ 8896 h 1349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1142" h="134998">
                  <a:moveTo>
                    <a:pt x="141143" y="8896"/>
                  </a:moveTo>
                  <a:lnTo>
                    <a:pt x="121470" y="1374"/>
                  </a:lnTo>
                  <a:cubicBezTo>
                    <a:pt x="113369" y="-1519"/>
                    <a:pt x="104690" y="217"/>
                    <a:pt x="98325" y="6003"/>
                  </a:cubicBezTo>
                  <a:lnTo>
                    <a:pt x="6326" y="98003"/>
                  </a:lnTo>
                  <a:cubicBezTo>
                    <a:pt x="-8718" y="113047"/>
                    <a:pt x="5168" y="139084"/>
                    <a:pt x="25999" y="134455"/>
                  </a:cubicBezTo>
                  <a:lnTo>
                    <a:pt x="102954" y="117097"/>
                  </a:lnTo>
                  <a:cubicBezTo>
                    <a:pt x="109319" y="88166"/>
                    <a:pt x="119734" y="49399"/>
                    <a:pt x="141143" y="8896"/>
                  </a:cubicBezTo>
                  <a:close/>
                </a:path>
              </a:pathLst>
            </a:custGeom>
            <a:grpFill/>
            <a:ln w="5755" cap="flat">
              <a:noFill/>
              <a:prstDash val="solid"/>
              <a:miter/>
            </a:ln>
          </p:spPr>
          <p:txBody>
            <a:bodyPr rtlCol="0" anchor="ctr"/>
            <a:lstStyle/>
            <a:p>
              <a:endParaRPr lang="de-DE"/>
            </a:p>
          </p:txBody>
        </p:sp>
        <p:sp>
          <p:nvSpPr>
            <p:cNvPr id="15" name="Freihandform: Form 239">
              <a:extLst>
                <a:ext uri="{FF2B5EF4-FFF2-40B4-BE49-F238E27FC236}">
                  <a16:creationId xmlns:a16="http://schemas.microsoft.com/office/drawing/2014/main" id="{33178324-1981-4946-BB0C-F05CDE5C1380}"/>
                </a:ext>
              </a:extLst>
            </p:cNvPr>
            <p:cNvSpPr/>
            <p:nvPr/>
          </p:nvSpPr>
          <p:spPr>
            <a:xfrm>
              <a:off x="5959329" y="6453694"/>
              <a:ext cx="135266" cy="145447"/>
            </a:xfrm>
            <a:custGeom>
              <a:avLst/>
              <a:gdLst>
                <a:gd name="connsiteX0" fmla="*/ 124377 w 135266"/>
                <a:gd name="connsiteY0" fmla="*/ 0 h 145447"/>
                <a:gd name="connsiteX1" fmla="*/ 18491 w 135266"/>
                <a:gd name="connsiteY1" fmla="*/ 37031 h 145447"/>
                <a:gd name="connsiteX2" fmla="*/ 554 w 135266"/>
                <a:gd name="connsiteY2" fmla="*/ 119194 h 145447"/>
                <a:gd name="connsiteX3" fmla="*/ 37006 w 135266"/>
                <a:gd name="connsiteY3" fmla="*/ 138867 h 145447"/>
                <a:gd name="connsiteX4" fmla="*/ 129006 w 135266"/>
                <a:gd name="connsiteY4" fmla="*/ 46868 h 145447"/>
                <a:gd name="connsiteX5" fmla="*/ 133635 w 135266"/>
                <a:gd name="connsiteY5" fmla="*/ 23723 h 145447"/>
                <a:gd name="connsiteX6" fmla="*/ 124377 w 135266"/>
                <a:gd name="connsiteY6" fmla="*/ 0 h 1454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5266" h="145447">
                  <a:moveTo>
                    <a:pt x="124377" y="0"/>
                  </a:moveTo>
                  <a:cubicBezTo>
                    <a:pt x="85610" y="20251"/>
                    <a:pt x="48579" y="31245"/>
                    <a:pt x="18491" y="37031"/>
                  </a:cubicBezTo>
                  <a:lnTo>
                    <a:pt x="554" y="119194"/>
                  </a:lnTo>
                  <a:cubicBezTo>
                    <a:pt x="-4075" y="140024"/>
                    <a:pt x="21384" y="154490"/>
                    <a:pt x="37006" y="138867"/>
                  </a:cubicBezTo>
                  <a:lnTo>
                    <a:pt x="129006" y="46868"/>
                  </a:lnTo>
                  <a:cubicBezTo>
                    <a:pt x="134792" y="41082"/>
                    <a:pt x="137107" y="31824"/>
                    <a:pt x="133635" y="23723"/>
                  </a:cubicBezTo>
                  <a:lnTo>
                    <a:pt x="124377" y="0"/>
                  </a:lnTo>
                  <a:close/>
                </a:path>
              </a:pathLst>
            </a:custGeom>
            <a:grpFill/>
            <a:ln w="5755" cap="flat">
              <a:noFill/>
              <a:prstDash val="solid"/>
              <a:miter/>
            </a:ln>
          </p:spPr>
          <p:txBody>
            <a:bodyPr rtlCol="0" anchor="ctr"/>
            <a:lstStyle/>
            <a:p>
              <a:endParaRPr lang="de-DE"/>
            </a:p>
          </p:txBody>
        </p:sp>
        <p:sp>
          <p:nvSpPr>
            <p:cNvPr id="16" name="Freihandform: Form 240">
              <a:extLst>
                <a:ext uri="{FF2B5EF4-FFF2-40B4-BE49-F238E27FC236}">
                  <a16:creationId xmlns:a16="http://schemas.microsoft.com/office/drawing/2014/main" id="{DA728439-535B-4FD1-8C2A-205DA50924E2}"/>
                </a:ext>
              </a:extLst>
            </p:cNvPr>
            <p:cNvSpPr/>
            <p:nvPr/>
          </p:nvSpPr>
          <p:spPr>
            <a:xfrm>
              <a:off x="5912436" y="6160916"/>
              <a:ext cx="311294" cy="310715"/>
            </a:xfrm>
            <a:custGeom>
              <a:avLst/>
              <a:gdLst>
                <a:gd name="connsiteX0" fmla="*/ 205408 w 311294"/>
                <a:gd name="connsiteY0" fmla="*/ 0 h 310715"/>
                <a:gd name="connsiteX1" fmla="*/ 94893 w 311294"/>
                <a:gd name="connsiteY1" fmla="*/ 75220 h 310715"/>
                <a:gd name="connsiteX2" fmla="*/ 0 w 311294"/>
                <a:gd name="connsiteY2" fmla="*/ 274841 h 310715"/>
                <a:gd name="connsiteX3" fmla="*/ 35874 w 311294"/>
                <a:gd name="connsiteY3" fmla="*/ 310715 h 310715"/>
                <a:gd name="connsiteX4" fmla="*/ 236074 w 311294"/>
                <a:gd name="connsiteY4" fmla="*/ 216401 h 310715"/>
                <a:gd name="connsiteX5" fmla="*/ 311294 w 311294"/>
                <a:gd name="connsiteY5" fmla="*/ 106465 h 310715"/>
                <a:gd name="connsiteX6" fmla="*/ 267319 w 311294"/>
                <a:gd name="connsiteY6" fmla="*/ 42817 h 310715"/>
                <a:gd name="connsiteX7" fmla="*/ 205408 w 311294"/>
                <a:gd name="connsiteY7" fmla="*/ 0 h 310715"/>
                <a:gd name="connsiteX8" fmla="*/ 234917 w 311294"/>
                <a:gd name="connsiteY8" fmla="*/ 124981 h 310715"/>
                <a:gd name="connsiteX9" fmla="*/ 185735 w 311294"/>
                <a:gd name="connsiteY9" fmla="*/ 124981 h 310715"/>
                <a:gd name="connsiteX10" fmla="*/ 185735 w 311294"/>
                <a:gd name="connsiteY10" fmla="*/ 75798 h 310715"/>
                <a:gd name="connsiteX11" fmla="*/ 234917 w 311294"/>
                <a:gd name="connsiteY11" fmla="*/ 75798 h 310715"/>
                <a:gd name="connsiteX12" fmla="*/ 234917 w 311294"/>
                <a:gd name="connsiteY12" fmla="*/ 124981 h 3107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11294" h="310715">
                  <a:moveTo>
                    <a:pt x="205408" y="0"/>
                  </a:moveTo>
                  <a:cubicBezTo>
                    <a:pt x="171270" y="13887"/>
                    <a:pt x="132503" y="37610"/>
                    <a:pt x="94893" y="75220"/>
                  </a:cubicBezTo>
                  <a:cubicBezTo>
                    <a:pt x="26038" y="144075"/>
                    <a:pt x="5786" y="227395"/>
                    <a:pt x="0" y="274841"/>
                  </a:cubicBezTo>
                  <a:lnTo>
                    <a:pt x="35874" y="310715"/>
                  </a:lnTo>
                  <a:cubicBezTo>
                    <a:pt x="83320" y="304929"/>
                    <a:pt x="167219" y="285256"/>
                    <a:pt x="236074" y="216401"/>
                  </a:cubicBezTo>
                  <a:cubicBezTo>
                    <a:pt x="273684" y="178792"/>
                    <a:pt x="297407" y="140603"/>
                    <a:pt x="311294" y="106465"/>
                  </a:cubicBezTo>
                  <a:cubicBezTo>
                    <a:pt x="303772" y="87371"/>
                    <a:pt x="288728" y="64805"/>
                    <a:pt x="267319" y="42817"/>
                  </a:cubicBezTo>
                  <a:cubicBezTo>
                    <a:pt x="246489" y="22566"/>
                    <a:pt x="224502" y="7522"/>
                    <a:pt x="205408" y="0"/>
                  </a:cubicBezTo>
                  <a:close/>
                  <a:moveTo>
                    <a:pt x="234917" y="124981"/>
                  </a:moveTo>
                  <a:cubicBezTo>
                    <a:pt x="221609" y="138289"/>
                    <a:pt x="199622" y="138289"/>
                    <a:pt x="185735" y="124981"/>
                  </a:cubicBezTo>
                  <a:cubicBezTo>
                    <a:pt x="172427" y="111672"/>
                    <a:pt x="172427" y="89685"/>
                    <a:pt x="185735" y="75798"/>
                  </a:cubicBezTo>
                  <a:cubicBezTo>
                    <a:pt x="199043" y="62490"/>
                    <a:pt x="221030" y="62490"/>
                    <a:pt x="234917" y="75798"/>
                  </a:cubicBezTo>
                  <a:cubicBezTo>
                    <a:pt x="248225" y="89685"/>
                    <a:pt x="248225" y="111672"/>
                    <a:pt x="234917" y="124981"/>
                  </a:cubicBezTo>
                  <a:close/>
                </a:path>
              </a:pathLst>
            </a:custGeom>
            <a:grpFill/>
            <a:ln w="5755" cap="flat">
              <a:noFill/>
              <a:prstDash val="solid"/>
              <a:miter/>
            </a:ln>
          </p:spPr>
          <p:txBody>
            <a:bodyPr rtlCol="0" anchor="ctr"/>
            <a:lstStyle/>
            <a:p>
              <a:endParaRPr lang="de-DE"/>
            </a:p>
          </p:txBody>
        </p:sp>
        <p:sp>
          <p:nvSpPr>
            <p:cNvPr id="17" name="Freihandform: Form 241">
              <a:extLst>
                <a:ext uri="{FF2B5EF4-FFF2-40B4-BE49-F238E27FC236}">
                  <a16:creationId xmlns:a16="http://schemas.microsoft.com/office/drawing/2014/main" id="{67CA6BC5-ADFC-463B-A214-BA231E59E835}"/>
                </a:ext>
              </a:extLst>
            </p:cNvPr>
            <p:cNvSpPr/>
            <p:nvPr/>
          </p:nvSpPr>
          <p:spPr>
            <a:xfrm>
              <a:off x="5844286" y="6457370"/>
              <a:ext cx="82410" cy="82581"/>
            </a:xfrm>
            <a:custGeom>
              <a:avLst/>
              <a:gdLst>
                <a:gd name="connsiteX0" fmla="*/ 67572 w 82410"/>
                <a:gd name="connsiteY0" fmla="*/ 14839 h 82581"/>
                <a:gd name="connsiteX1" fmla="*/ 40377 w 82410"/>
                <a:gd name="connsiteY1" fmla="*/ 9053 h 82581"/>
                <a:gd name="connsiteX2" fmla="*/ 1610 w 82410"/>
                <a:gd name="connsiteY2" fmla="*/ 80801 h 82581"/>
                <a:gd name="connsiteX3" fmla="*/ 73358 w 82410"/>
                <a:gd name="connsiteY3" fmla="*/ 42034 h 82581"/>
                <a:gd name="connsiteX4" fmla="*/ 67572 w 82410"/>
                <a:gd name="connsiteY4" fmla="*/ 14839 h 8258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2410" h="82581">
                  <a:moveTo>
                    <a:pt x="67572" y="14839"/>
                  </a:moveTo>
                  <a:cubicBezTo>
                    <a:pt x="58314" y="5581"/>
                    <a:pt x="59471" y="-10041"/>
                    <a:pt x="40377" y="9053"/>
                  </a:cubicBezTo>
                  <a:cubicBezTo>
                    <a:pt x="21283" y="28147"/>
                    <a:pt x="-7069" y="71543"/>
                    <a:pt x="1610" y="80801"/>
                  </a:cubicBezTo>
                  <a:cubicBezTo>
                    <a:pt x="10868" y="90059"/>
                    <a:pt x="54264" y="61128"/>
                    <a:pt x="73358" y="42034"/>
                  </a:cubicBezTo>
                  <a:cubicBezTo>
                    <a:pt x="92452" y="22361"/>
                    <a:pt x="76830" y="23518"/>
                    <a:pt x="67572" y="14839"/>
                  </a:cubicBezTo>
                  <a:close/>
                </a:path>
              </a:pathLst>
            </a:custGeom>
            <a:grpFill/>
            <a:ln w="5755" cap="flat">
              <a:noFill/>
              <a:prstDash val="solid"/>
              <a:miter/>
            </a:ln>
          </p:spPr>
          <p:txBody>
            <a:bodyPr rtlCol="0" anchor="ctr"/>
            <a:lstStyle/>
            <a:p>
              <a:endParaRPr lang="de-DE"/>
            </a:p>
          </p:txBody>
        </p:sp>
      </p:grpSp>
      <p:sp>
        <p:nvSpPr>
          <p:cNvPr id="24" name="Fußzeilenplatzhalter 2"/>
          <p:cNvSpPr>
            <a:spLocks noGrp="1"/>
          </p:cNvSpPr>
          <p:nvPr>
            <p:ph type="ftr" sz="quarter" idx="11"/>
          </p:nvPr>
        </p:nvSpPr>
        <p:spPr>
          <a:xfrm>
            <a:off x="5363852" y="6311900"/>
            <a:ext cx="4326902" cy="409575"/>
          </a:xfrm>
        </p:spPr>
        <p:txBody>
          <a:bodyPr vert="horz" lIns="91440" tIns="45720" rIns="91440" bIns="45720" rtlCol="0" anchor="ctr"/>
          <a:lstStyle/>
          <a:p>
            <a:endParaRPr lang="de-DE" sz="1400" b="1" i="1" dirty="0">
              <a:effectLst>
                <a:outerShdw blurRad="38100" dist="38100" dir="2700000" algn="tl">
                  <a:srgbClr val="000000">
                    <a:alpha val="43137"/>
                  </a:srgbClr>
                </a:outerShdw>
              </a:effectLst>
              <a:latin typeface="+mj-lt"/>
              <a:cs typeface="Arial" panose="020B0604020202020204" pitchFamily="34" charset="0"/>
            </a:endParaRPr>
          </a:p>
        </p:txBody>
      </p:sp>
      <p:sp>
        <p:nvSpPr>
          <p:cNvPr id="22" name="Textplatzhalter 7"/>
          <p:cNvSpPr>
            <a:spLocks noGrp="1"/>
          </p:cNvSpPr>
          <p:nvPr>
            <p:ph type="body" sz="quarter" idx="13"/>
          </p:nvPr>
        </p:nvSpPr>
        <p:spPr>
          <a:xfrm>
            <a:off x="2332521" y="1587684"/>
            <a:ext cx="5751512" cy="1307505"/>
          </a:xfrm>
        </p:spPr>
        <p:txBody>
          <a:bodyPr>
            <a:normAutofit lnSpcReduction="10000"/>
          </a:bodyPr>
          <a:lstStyle/>
          <a:p>
            <a:r>
              <a:rPr lang="en-US" smtClean="0">
                <a:effectLst>
                  <a:outerShdw blurRad="38100" dist="38100" dir="2700000" algn="tl">
                    <a:srgbClr val="000000">
                      <a:alpha val="43137"/>
                    </a:srgbClr>
                  </a:outerShdw>
                </a:effectLst>
              </a:rPr>
              <a:t>Grundlegende Designprinzipien</a:t>
            </a:r>
            <a:endParaRPr lang="de-DE" dirty="0" smtClean="0">
              <a:effectLst>
                <a:outerShdw blurRad="38100" dist="38100" dir="2700000" algn="tl">
                  <a:srgbClr val="000000">
                    <a:alpha val="43137"/>
                  </a:srgbClr>
                </a:outerShdw>
              </a:effectLst>
            </a:endParaRPr>
          </a:p>
        </p:txBody>
      </p:sp>
      <p:pic>
        <p:nvPicPr>
          <p:cNvPr id="25" name="Grafik 24"/>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267709" y="0"/>
            <a:ext cx="1000883" cy="839038"/>
          </a:xfrm>
          <a:prstGeom prst="rect">
            <a:avLst/>
          </a:prstGeom>
        </p:spPr>
      </p:pic>
    </p:spTree>
    <p:extLst>
      <p:ext uri="{BB962C8B-B14F-4D97-AF65-F5344CB8AC3E}">
        <p14:creationId xmlns:p14="http://schemas.microsoft.com/office/powerpoint/2010/main" val="1527762697"/>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umsplatzhalter 2"/>
          <p:cNvSpPr>
            <a:spLocks noGrp="1"/>
          </p:cNvSpPr>
          <p:nvPr>
            <p:ph type="dt" sz="half" idx="10"/>
          </p:nvPr>
        </p:nvSpPr>
        <p:spPr/>
        <p:txBody>
          <a:bodyPr/>
          <a:lstStyle/>
          <a:p>
            <a:fld id="{2C929609-5B6D-4D6B-87F3-9C2730465329}" type="datetime1">
              <a:rPr lang="de-DE" smtClean="0"/>
              <a:t>26.06.2023</a:t>
            </a:fld>
            <a:endParaRPr lang="de-DE"/>
          </a:p>
        </p:txBody>
      </p:sp>
      <p:sp>
        <p:nvSpPr>
          <p:cNvPr id="5" name="Foliennummernplatzhalter 4"/>
          <p:cNvSpPr>
            <a:spLocks noGrp="1"/>
          </p:cNvSpPr>
          <p:nvPr>
            <p:ph type="sldNum" sz="quarter" idx="12"/>
          </p:nvPr>
        </p:nvSpPr>
        <p:spPr/>
        <p:txBody>
          <a:bodyPr/>
          <a:lstStyle/>
          <a:p>
            <a:fld id="{220551C3-A462-45EE-8D4B-53AADAADD6D4}" type="slidenum">
              <a:rPr lang="de-DE" smtClean="0"/>
              <a:t>6</a:t>
            </a:fld>
            <a:endParaRPr lang="de-DE"/>
          </a:p>
        </p:txBody>
      </p:sp>
      <p:sp>
        <p:nvSpPr>
          <p:cNvPr id="22" name="Fußzeilenplatzhalter 2"/>
          <p:cNvSpPr>
            <a:spLocks noGrp="1"/>
          </p:cNvSpPr>
          <p:nvPr>
            <p:ph type="ftr" sz="quarter" idx="11"/>
          </p:nvPr>
        </p:nvSpPr>
        <p:spPr>
          <a:xfrm>
            <a:off x="5363852" y="6311900"/>
            <a:ext cx="4326902" cy="409575"/>
          </a:xfrm>
        </p:spPr>
        <p:txBody>
          <a:bodyPr vert="horz" lIns="91440" tIns="45720" rIns="91440" bIns="45720" rtlCol="0" anchor="ctr"/>
          <a:lstStyle/>
          <a:p>
            <a:endParaRPr lang="de-DE" sz="1400" b="1" i="1" dirty="0">
              <a:effectLst>
                <a:outerShdw blurRad="38100" dist="38100" dir="2700000" algn="tl">
                  <a:srgbClr val="000000">
                    <a:alpha val="43137"/>
                  </a:srgbClr>
                </a:outerShdw>
              </a:effectLst>
              <a:latin typeface="+mj-lt"/>
              <a:cs typeface="Arial" panose="020B0604020202020204" pitchFamily="34" charset="0"/>
            </a:endParaRPr>
          </a:p>
        </p:txBody>
      </p:sp>
      <p:sp>
        <p:nvSpPr>
          <p:cNvPr id="14" name="Titel 10"/>
          <p:cNvSpPr>
            <a:spLocks noGrp="1"/>
          </p:cNvSpPr>
          <p:nvPr>
            <p:ph type="title"/>
          </p:nvPr>
        </p:nvSpPr>
        <p:spPr>
          <a:xfrm>
            <a:off x="362422" y="550865"/>
            <a:ext cx="8559156" cy="720725"/>
          </a:xfrm>
        </p:spPr>
        <p:txBody>
          <a:bodyPr>
            <a:normAutofit fontScale="90000"/>
          </a:bodyPr>
          <a:lstStyle/>
          <a:p>
            <a:r>
              <a:rPr lang="de-DE" smtClean="0">
                <a:effectLst>
                  <a:outerShdw blurRad="38100" dist="38100" dir="2700000" algn="tl">
                    <a:srgbClr val="000000">
                      <a:alpha val="43137"/>
                    </a:srgbClr>
                  </a:outerShdw>
                </a:effectLst>
              </a:rPr>
              <a:t>1.2 Grundlegende Designprinzipien</a:t>
            </a:r>
            <a:r>
              <a:rPr lang="de-DE" dirty="0"/>
              <a:t/>
            </a:r>
            <a:br>
              <a:rPr lang="de-DE" dirty="0"/>
            </a:br>
            <a:r>
              <a:rPr lang="de-DE" dirty="0"/>
              <a:t/>
            </a:r>
            <a:br>
              <a:rPr lang="de-DE" dirty="0"/>
            </a:br>
            <a:r>
              <a:rPr lang="de-DE" dirty="0" smtClean="0">
                <a:effectLst>
                  <a:outerShdw blurRad="38100" dist="38100" dir="2700000" algn="tl">
                    <a:srgbClr val="000000">
                      <a:alpha val="43137"/>
                    </a:srgbClr>
                  </a:outerShdw>
                </a:effectLst>
              </a:rPr>
              <a:t> </a:t>
            </a:r>
            <a:endParaRPr lang="de-DE" dirty="0"/>
          </a:p>
        </p:txBody>
      </p:sp>
      <p:pic>
        <p:nvPicPr>
          <p:cNvPr id="16" name="Grafik 1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267709" y="0"/>
            <a:ext cx="1000883" cy="839038"/>
          </a:xfrm>
          <a:prstGeom prst="rect">
            <a:avLst/>
          </a:prstGeom>
        </p:spPr>
      </p:pic>
      <p:sp>
        <p:nvSpPr>
          <p:cNvPr id="18" name="Textplatzhalter 1"/>
          <p:cNvSpPr>
            <a:spLocks noGrp="1"/>
          </p:cNvSpPr>
          <p:nvPr>
            <p:ph type="body" sz="quarter" idx="14"/>
          </p:nvPr>
        </p:nvSpPr>
        <p:spPr>
          <a:xfrm>
            <a:off x="362422" y="1463581"/>
            <a:ext cx="11495753" cy="4419877"/>
          </a:xfrm>
        </p:spPr>
        <p:txBody>
          <a:bodyPr>
            <a:normAutofit fontScale="92500" lnSpcReduction="10000"/>
          </a:bodyPr>
          <a:lstStyle/>
          <a:p>
            <a:pPr lvl="0"/>
            <a:r>
              <a:rPr lang="de-DE" b="1"/>
              <a:t>Abstraktion</a:t>
            </a:r>
            <a:r>
              <a:rPr lang="de-DE"/>
              <a:t> – Komplexität von Software wird reduziert und diese dadurch besser verständlich, leichter erweiterbar und wartbar.</a:t>
            </a:r>
          </a:p>
          <a:p>
            <a:pPr lvl="0"/>
            <a:r>
              <a:rPr lang="de-DE" b="1"/>
              <a:t>Modularer Aufbau </a:t>
            </a:r>
            <a:r>
              <a:rPr lang="de-DE"/>
              <a:t>– Softwaresysteme sollen aus einzelnen Modulen zusammengesetzt sein. Diese können separat entwickelt und getestet werden. Die Komplexität wird </a:t>
            </a:r>
            <a:r>
              <a:rPr lang="de-DE" smtClean="0"/>
              <a:t>reduziert.</a:t>
            </a:r>
          </a:p>
          <a:p>
            <a:pPr lvl="0"/>
            <a:r>
              <a:rPr lang="de-DE" b="1" smtClean="0"/>
              <a:t>Strukturierung </a:t>
            </a:r>
            <a:r>
              <a:rPr lang="de-DE"/>
              <a:t>– Softwaresysteme sollten über eine klare Struktur verfügen und in Schichten und Komponenten aufgeteilt sein. Entwickler können dadurch schnell und einfach Änderungen </a:t>
            </a:r>
            <a:r>
              <a:rPr lang="de-DE" smtClean="0"/>
              <a:t>vornehmen.</a:t>
            </a:r>
          </a:p>
          <a:p>
            <a:pPr lvl="0"/>
            <a:r>
              <a:rPr lang="de-DE" b="1" smtClean="0"/>
              <a:t>Wiederverwendbarkeit</a:t>
            </a:r>
            <a:r>
              <a:rPr lang="de-DE" smtClean="0"/>
              <a:t> </a:t>
            </a:r>
            <a:r>
              <a:rPr lang="de-DE"/>
              <a:t>– Der Einsatz von wiederverwendbaren Modulen und Bibliotheken spart Zeit und Ressourcen. Diese sind getestet und stabil und müssen nicht jedes Mal neu </a:t>
            </a:r>
            <a:r>
              <a:rPr lang="de-DE" smtClean="0"/>
              <a:t>entwickelt werden.</a:t>
            </a:r>
            <a:endParaRPr lang="de-DE"/>
          </a:p>
          <a:p>
            <a:pPr lvl="0"/>
            <a:r>
              <a:rPr lang="de-DE" b="1"/>
              <a:t>Separation of concerns </a:t>
            </a:r>
            <a:r>
              <a:rPr lang="de-DE"/>
              <a:t>– Jede Softwarekomponente kann separat entwickelt </a:t>
            </a:r>
            <a:r>
              <a:rPr lang="de-DE" smtClean="0"/>
              <a:t>werden. Abhängigkeiten werden reduziert, wenn </a:t>
            </a:r>
            <a:r>
              <a:rPr lang="de-DE"/>
              <a:t>sich jede Komponente auf eine spezifische Funktionalität </a:t>
            </a:r>
            <a:r>
              <a:rPr lang="de-DE" smtClean="0"/>
              <a:t>konzentriert.</a:t>
            </a:r>
            <a:endParaRPr lang="de-DE" sz="2000" dirty="0"/>
          </a:p>
        </p:txBody>
      </p:sp>
    </p:spTree>
    <p:extLst>
      <p:ext uri="{BB962C8B-B14F-4D97-AF65-F5344CB8AC3E}">
        <p14:creationId xmlns:p14="http://schemas.microsoft.com/office/powerpoint/2010/main" val="1347106261"/>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8" name="Gruppieren 17"/>
          <p:cNvGrpSpPr/>
          <p:nvPr/>
        </p:nvGrpSpPr>
        <p:grpSpPr>
          <a:xfrm>
            <a:off x="0" y="6083955"/>
            <a:ext cx="12192000" cy="792064"/>
            <a:chOff x="0" y="6083955"/>
            <a:chExt cx="12192000" cy="792064"/>
          </a:xfrm>
        </p:grpSpPr>
        <p:sp>
          <p:nvSpPr>
            <p:cNvPr id="19" name="Freihandform 18"/>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20" name="Grafik 1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pic>
        <p:nvPicPr>
          <p:cNvPr id="21" name="Grafik 2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2" name="Datumsplatzhalter 1"/>
          <p:cNvSpPr>
            <a:spLocks noGrp="1"/>
          </p:cNvSpPr>
          <p:nvPr>
            <p:ph type="dt" sz="half" idx="10"/>
          </p:nvPr>
        </p:nvSpPr>
        <p:spPr/>
        <p:txBody>
          <a:bodyPr/>
          <a:lstStyle/>
          <a:p>
            <a:fld id="{91A38907-1D56-49C9-A625-C784B66F035F}" type="datetime1">
              <a:rPr lang="de-DE" smtClean="0"/>
              <a:t>26.06.2023</a:t>
            </a:fld>
            <a:endParaRPr lang="de-DE"/>
          </a:p>
        </p:txBody>
      </p:sp>
      <p:sp>
        <p:nvSpPr>
          <p:cNvPr id="4" name="Foliennummernplatzhalter 3"/>
          <p:cNvSpPr>
            <a:spLocks noGrp="1"/>
          </p:cNvSpPr>
          <p:nvPr>
            <p:ph type="sldNum" sz="quarter" idx="12"/>
          </p:nvPr>
        </p:nvSpPr>
        <p:spPr/>
        <p:txBody>
          <a:bodyPr/>
          <a:lstStyle/>
          <a:p>
            <a:fld id="{220551C3-A462-45EE-8D4B-53AADAADD6D4}" type="slidenum">
              <a:rPr lang="de-DE" smtClean="0"/>
              <a:t>7</a:t>
            </a:fld>
            <a:endParaRPr lang="de-DE"/>
          </a:p>
        </p:txBody>
      </p:sp>
      <p:sp>
        <p:nvSpPr>
          <p:cNvPr id="10" name="Textplatzhalter 9"/>
          <p:cNvSpPr>
            <a:spLocks noGrp="1"/>
          </p:cNvSpPr>
          <p:nvPr>
            <p:ph type="body" sz="quarter" idx="15"/>
          </p:nvPr>
        </p:nvSpPr>
        <p:spPr>
          <a:xfrm>
            <a:off x="876670" y="1590643"/>
            <a:ext cx="1219200" cy="1123950"/>
          </a:xfrm>
        </p:spPr>
        <p:txBody>
          <a:bodyPr>
            <a:normAutofit/>
          </a:bodyPr>
          <a:lstStyle/>
          <a:p>
            <a:r>
              <a:rPr lang="de-DE" sz="6000" smtClean="0">
                <a:effectLst>
                  <a:outerShdw blurRad="38100" dist="38100" dir="2700000" algn="tl">
                    <a:srgbClr val="000000">
                      <a:alpha val="43137"/>
                    </a:srgbClr>
                  </a:outerShdw>
                </a:effectLst>
              </a:rPr>
              <a:t>1.3</a:t>
            </a:r>
            <a:endParaRPr lang="de-DE" sz="6000" dirty="0"/>
          </a:p>
        </p:txBody>
      </p:sp>
      <p:grpSp>
        <p:nvGrpSpPr>
          <p:cNvPr id="12" name="Grafik 83" descr="Rakete">
            <a:extLst>
              <a:ext uri="{FF2B5EF4-FFF2-40B4-BE49-F238E27FC236}">
                <a16:creationId xmlns:a16="http://schemas.microsoft.com/office/drawing/2014/main" id="{538B78E7-974A-4387-AB32-77B53CD37171}"/>
              </a:ext>
            </a:extLst>
          </p:cNvPr>
          <p:cNvGrpSpPr/>
          <p:nvPr/>
        </p:nvGrpSpPr>
        <p:grpSpPr>
          <a:xfrm>
            <a:off x="7285865" y="2252003"/>
            <a:ext cx="2642225" cy="2642225"/>
            <a:chOff x="5744639" y="6089168"/>
            <a:chExt cx="555469" cy="555469"/>
          </a:xfrm>
          <a:solidFill>
            <a:schemeClr val="tx2"/>
          </a:solidFill>
        </p:grpSpPr>
        <p:sp>
          <p:nvSpPr>
            <p:cNvPr id="13" name="Freihandform: Form 237">
              <a:extLst>
                <a:ext uri="{FF2B5EF4-FFF2-40B4-BE49-F238E27FC236}">
                  <a16:creationId xmlns:a16="http://schemas.microsoft.com/office/drawing/2014/main" id="{923D2656-1EAB-4398-B4EA-CF70164A6EDD}"/>
                </a:ext>
              </a:extLst>
            </p:cNvPr>
            <p:cNvSpPr/>
            <p:nvPr/>
          </p:nvSpPr>
          <p:spPr>
            <a:xfrm>
              <a:off x="6149089" y="6134708"/>
              <a:ext cx="106153" cy="102005"/>
            </a:xfrm>
            <a:custGeom>
              <a:avLst/>
              <a:gdLst>
                <a:gd name="connsiteX0" fmla="*/ 103572 w 106153"/>
                <a:gd name="connsiteY0" fmla="*/ 3063 h 102005"/>
                <a:gd name="connsiteX1" fmla="*/ 0 w 106153"/>
                <a:gd name="connsiteY1" fmla="*/ 15793 h 102005"/>
                <a:gd name="connsiteX2" fmla="*/ 47446 w 106153"/>
                <a:gd name="connsiteY2" fmla="*/ 53402 h 102005"/>
                <a:gd name="connsiteX3" fmla="*/ 85635 w 106153"/>
                <a:gd name="connsiteY3" fmla="*/ 102006 h 102005"/>
                <a:gd name="connsiteX4" fmla="*/ 103572 w 106153"/>
                <a:gd name="connsiteY4" fmla="*/ 3063 h 1020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153" h="102005">
                  <a:moveTo>
                    <a:pt x="103572" y="3063"/>
                  </a:moveTo>
                  <a:cubicBezTo>
                    <a:pt x="95471" y="-5038"/>
                    <a:pt x="43396" y="4220"/>
                    <a:pt x="0" y="15793"/>
                  </a:cubicBezTo>
                  <a:cubicBezTo>
                    <a:pt x="15623" y="25050"/>
                    <a:pt x="31824" y="37780"/>
                    <a:pt x="47446" y="53402"/>
                  </a:cubicBezTo>
                  <a:cubicBezTo>
                    <a:pt x="63647" y="69604"/>
                    <a:pt x="76377" y="85805"/>
                    <a:pt x="85635" y="102006"/>
                  </a:cubicBezTo>
                  <a:cubicBezTo>
                    <a:pt x="97207" y="57453"/>
                    <a:pt x="112251" y="11164"/>
                    <a:pt x="103572" y="3063"/>
                  </a:cubicBezTo>
                  <a:close/>
                </a:path>
              </a:pathLst>
            </a:custGeom>
            <a:grpFill/>
            <a:ln w="5755" cap="flat">
              <a:noFill/>
              <a:prstDash val="solid"/>
              <a:miter/>
            </a:ln>
          </p:spPr>
          <p:txBody>
            <a:bodyPr rtlCol="0" anchor="ctr"/>
            <a:lstStyle/>
            <a:p>
              <a:endParaRPr lang="de-DE"/>
            </a:p>
          </p:txBody>
        </p:sp>
        <p:sp>
          <p:nvSpPr>
            <p:cNvPr id="14" name="Freihandform: Form 238">
              <a:extLst>
                <a:ext uri="{FF2B5EF4-FFF2-40B4-BE49-F238E27FC236}">
                  <a16:creationId xmlns:a16="http://schemas.microsoft.com/office/drawing/2014/main" id="{5B478280-F68E-4276-B617-06B0B9A1F4FE}"/>
                </a:ext>
              </a:extLst>
            </p:cNvPr>
            <p:cNvSpPr/>
            <p:nvPr/>
          </p:nvSpPr>
          <p:spPr>
            <a:xfrm>
              <a:off x="5789231" y="6293780"/>
              <a:ext cx="141142" cy="134998"/>
            </a:xfrm>
            <a:custGeom>
              <a:avLst/>
              <a:gdLst>
                <a:gd name="connsiteX0" fmla="*/ 141143 w 141142"/>
                <a:gd name="connsiteY0" fmla="*/ 8896 h 134998"/>
                <a:gd name="connsiteX1" fmla="*/ 121470 w 141142"/>
                <a:gd name="connsiteY1" fmla="*/ 1374 h 134998"/>
                <a:gd name="connsiteX2" fmla="*/ 98325 w 141142"/>
                <a:gd name="connsiteY2" fmla="*/ 6003 h 134998"/>
                <a:gd name="connsiteX3" fmla="*/ 6326 w 141142"/>
                <a:gd name="connsiteY3" fmla="*/ 98003 h 134998"/>
                <a:gd name="connsiteX4" fmla="*/ 25999 w 141142"/>
                <a:gd name="connsiteY4" fmla="*/ 134455 h 134998"/>
                <a:gd name="connsiteX5" fmla="*/ 102954 w 141142"/>
                <a:gd name="connsiteY5" fmla="*/ 117097 h 134998"/>
                <a:gd name="connsiteX6" fmla="*/ 141143 w 141142"/>
                <a:gd name="connsiteY6" fmla="*/ 8896 h 1349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1142" h="134998">
                  <a:moveTo>
                    <a:pt x="141143" y="8896"/>
                  </a:moveTo>
                  <a:lnTo>
                    <a:pt x="121470" y="1374"/>
                  </a:lnTo>
                  <a:cubicBezTo>
                    <a:pt x="113369" y="-1519"/>
                    <a:pt x="104690" y="217"/>
                    <a:pt x="98325" y="6003"/>
                  </a:cubicBezTo>
                  <a:lnTo>
                    <a:pt x="6326" y="98003"/>
                  </a:lnTo>
                  <a:cubicBezTo>
                    <a:pt x="-8718" y="113047"/>
                    <a:pt x="5168" y="139084"/>
                    <a:pt x="25999" y="134455"/>
                  </a:cubicBezTo>
                  <a:lnTo>
                    <a:pt x="102954" y="117097"/>
                  </a:lnTo>
                  <a:cubicBezTo>
                    <a:pt x="109319" y="88166"/>
                    <a:pt x="119734" y="49399"/>
                    <a:pt x="141143" y="8896"/>
                  </a:cubicBezTo>
                  <a:close/>
                </a:path>
              </a:pathLst>
            </a:custGeom>
            <a:grpFill/>
            <a:ln w="5755" cap="flat">
              <a:noFill/>
              <a:prstDash val="solid"/>
              <a:miter/>
            </a:ln>
          </p:spPr>
          <p:txBody>
            <a:bodyPr rtlCol="0" anchor="ctr"/>
            <a:lstStyle/>
            <a:p>
              <a:endParaRPr lang="de-DE"/>
            </a:p>
          </p:txBody>
        </p:sp>
        <p:sp>
          <p:nvSpPr>
            <p:cNvPr id="15" name="Freihandform: Form 239">
              <a:extLst>
                <a:ext uri="{FF2B5EF4-FFF2-40B4-BE49-F238E27FC236}">
                  <a16:creationId xmlns:a16="http://schemas.microsoft.com/office/drawing/2014/main" id="{33178324-1981-4946-BB0C-F05CDE5C1380}"/>
                </a:ext>
              </a:extLst>
            </p:cNvPr>
            <p:cNvSpPr/>
            <p:nvPr/>
          </p:nvSpPr>
          <p:spPr>
            <a:xfrm>
              <a:off x="5959329" y="6453694"/>
              <a:ext cx="135266" cy="145447"/>
            </a:xfrm>
            <a:custGeom>
              <a:avLst/>
              <a:gdLst>
                <a:gd name="connsiteX0" fmla="*/ 124377 w 135266"/>
                <a:gd name="connsiteY0" fmla="*/ 0 h 145447"/>
                <a:gd name="connsiteX1" fmla="*/ 18491 w 135266"/>
                <a:gd name="connsiteY1" fmla="*/ 37031 h 145447"/>
                <a:gd name="connsiteX2" fmla="*/ 554 w 135266"/>
                <a:gd name="connsiteY2" fmla="*/ 119194 h 145447"/>
                <a:gd name="connsiteX3" fmla="*/ 37006 w 135266"/>
                <a:gd name="connsiteY3" fmla="*/ 138867 h 145447"/>
                <a:gd name="connsiteX4" fmla="*/ 129006 w 135266"/>
                <a:gd name="connsiteY4" fmla="*/ 46868 h 145447"/>
                <a:gd name="connsiteX5" fmla="*/ 133635 w 135266"/>
                <a:gd name="connsiteY5" fmla="*/ 23723 h 145447"/>
                <a:gd name="connsiteX6" fmla="*/ 124377 w 135266"/>
                <a:gd name="connsiteY6" fmla="*/ 0 h 1454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5266" h="145447">
                  <a:moveTo>
                    <a:pt x="124377" y="0"/>
                  </a:moveTo>
                  <a:cubicBezTo>
                    <a:pt x="85610" y="20251"/>
                    <a:pt x="48579" y="31245"/>
                    <a:pt x="18491" y="37031"/>
                  </a:cubicBezTo>
                  <a:lnTo>
                    <a:pt x="554" y="119194"/>
                  </a:lnTo>
                  <a:cubicBezTo>
                    <a:pt x="-4075" y="140024"/>
                    <a:pt x="21384" y="154490"/>
                    <a:pt x="37006" y="138867"/>
                  </a:cubicBezTo>
                  <a:lnTo>
                    <a:pt x="129006" y="46868"/>
                  </a:lnTo>
                  <a:cubicBezTo>
                    <a:pt x="134792" y="41082"/>
                    <a:pt x="137107" y="31824"/>
                    <a:pt x="133635" y="23723"/>
                  </a:cubicBezTo>
                  <a:lnTo>
                    <a:pt x="124377" y="0"/>
                  </a:lnTo>
                  <a:close/>
                </a:path>
              </a:pathLst>
            </a:custGeom>
            <a:grpFill/>
            <a:ln w="5755" cap="flat">
              <a:noFill/>
              <a:prstDash val="solid"/>
              <a:miter/>
            </a:ln>
          </p:spPr>
          <p:txBody>
            <a:bodyPr rtlCol="0" anchor="ctr"/>
            <a:lstStyle/>
            <a:p>
              <a:endParaRPr lang="de-DE"/>
            </a:p>
          </p:txBody>
        </p:sp>
        <p:sp>
          <p:nvSpPr>
            <p:cNvPr id="16" name="Freihandform: Form 240">
              <a:extLst>
                <a:ext uri="{FF2B5EF4-FFF2-40B4-BE49-F238E27FC236}">
                  <a16:creationId xmlns:a16="http://schemas.microsoft.com/office/drawing/2014/main" id="{DA728439-535B-4FD1-8C2A-205DA50924E2}"/>
                </a:ext>
              </a:extLst>
            </p:cNvPr>
            <p:cNvSpPr/>
            <p:nvPr/>
          </p:nvSpPr>
          <p:spPr>
            <a:xfrm>
              <a:off x="5912436" y="6160916"/>
              <a:ext cx="311294" cy="310715"/>
            </a:xfrm>
            <a:custGeom>
              <a:avLst/>
              <a:gdLst>
                <a:gd name="connsiteX0" fmla="*/ 205408 w 311294"/>
                <a:gd name="connsiteY0" fmla="*/ 0 h 310715"/>
                <a:gd name="connsiteX1" fmla="*/ 94893 w 311294"/>
                <a:gd name="connsiteY1" fmla="*/ 75220 h 310715"/>
                <a:gd name="connsiteX2" fmla="*/ 0 w 311294"/>
                <a:gd name="connsiteY2" fmla="*/ 274841 h 310715"/>
                <a:gd name="connsiteX3" fmla="*/ 35874 w 311294"/>
                <a:gd name="connsiteY3" fmla="*/ 310715 h 310715"/>
                <a:gd name="connsiteX4" fmla="*/ 236074 w 311294"/>
                <a:gd name="connsiteY4" fmla="*/ 216401 h 310715"/>
                <a:gd name="connsiteX5" fmla="*/ 311294 w 311294"/>
                <a:gd name="connsiteY5" fmla="*/ 106465 h 310715"/>
                <a:gd name="connsiteX6" fmla="*/ 267319 w 311294"/>
                <a:gd name="connsiteY6" fmla="*/ 42817 h 310715"/>
                <a:gd name="connsiteX7" fmla="*/ 205408 w 311294"/>
                <a:gd name="connsiteY7" fmla="*/ 0 h 310715"/>
                <a:gd name="connsiteX8" fmla="*/ 234917 w 311294"/>
                <a:gd name="connsiteY8" fmla="*/ 124981 h 310715"/>
                <a:gd name="connsiteX9" fmla="*/ 185735 w 311294"/>
                <a:gd name="connsiteY9" fmla="*/ 124981 h 310715"/>
                <a:gd name="connsiteX10" fmla="*/ 185735 w 311294"/>
                <a:gd name="connsiteY10" fmla="*/ 75798 h 310715"/>
                <a:gd name="connsiteX11" fmla="*/ 234917 w 311294"/>
                <a:gd name="connsiteY11" fmla="*/ 75798 h 310715"/>
                <a:gd name="connsiteX12" fmla="*/ 234917 w 311294"/>
                <a:gd name="connsiteY12" fmla="*/ 124981 h 3107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11294" h="310715">
                  <a:moveTo>
                    <a:pt x="205408" y="0"/>
                  </a:moveTo>
                  <a:cubicBezTo>
                    <a:pt x="171270" y="13887"/>
                    <a:pt x="132503" y="37610"/>
                    <a:pt x="94893" y="75220"/>
                  </a:cubicBezTo>
                  <a:cubicBezTo>
                    <a:pt x="26038" y="144075"/>
                    <a:pt x="5786" y="227395"/>
                    <a:pt x="0" y="274841"/>
                  </a:cubicBezTo>
                  <a:lnTo>
                    <a:pt x="35874" y="310715"/>
                  </a:lnTo>
                  <a:cubicBezTo>
                    <a:pt x="83320" y="304929"/>
                    <a:pt x="167219" y="285256"/>
                    <a:pt x="236074" y="216401"/>
                  </a:cubicBezTo>
                  <a:cubicBezTo>
                    <a:pt x="273684" y="178792"/>
                    <a:pt x="297407" y="140603"/>
                    <a:pt x="311294" y="106465"/>
                  </a:cubicBezTo>
                  <a:cubicBezTo>
                    <a:pt x="303772" y="87371"/>
                    <a:pt x="288728" y="64805"/>
                    <a:pt x="267319" y="42817"/>
                  </a:cubicBezTo>
                  <a:cubicBezTo>
                    <a:pt x="246489" y="22566"/>
                    <a:pt x="224502" y="7522"/>
                    <a:pt x="205408" y="0"/>
                  </a:cubicBezTo>
                  <a:close/>
                  <a:moveTo>
                    <a:pt x="234917" y="124981"/>
                  </a:moveTo>
                  <a:cubicBezTo>
                    <a:pt x="221609" y="138289"/>
                    <a:pt x="199622" y="138289"/>
                    <a:pt x="185735" y="124981"/>
                  </a:cubicBezTo>
                  <a:cubicBezTo>
                    <a:pt x="172427" y="111672"/>
                    <a:pt x="172427" y="89685"/>
                    <a:pt x="185735" y="75798"/>
                  </a:cubicBezTo>
                  <a:cubicBezTo>
                    <a:pt x="199043" y="62490"/>
                    <a:pt x="221030" y="62490"/>
                    <a:pt x="234917" y="75798"/>
                  </a:cubicBezTo>
                  <a:cubicBezTo>
                    <a:pt x="248225" y="89685"/>
                    <a:pt x="248225" y="111672"/>
                    <a:pt x="234917" y="124981"/>
                  </a:cubicBezTo>
                  <a:close/>
                </a:path>
              </a:pathLst>
            </a:custGeom>
            <a:grpFill/>
            <a:ln w="5755" cap="flat">
              <a:noFill/>
              <a:prstDash val="solid"/>
              <a:miter/>
            </a:ln>
          </p:spPr>
          <p:txBody>
            <a:bodyPr rtlCol="0" anchor="ctr"/>
            <a:lstStyle/>
            <a:p>
              <a:endParaRPr lang="de-DE"/>
            </a:p>
          </p:txBody>
        </p:sp>
        <p:sp>
          <p:nvSpPr>
            <p:cNvPr id="17" name="Freihandform: Form 241">
              <a:extLst>
                <a:ext uri="{FF2B5EF4-FFF2-40B4-BE49-F238E27FC236}">
                  <a16:creationId xmlns:a16="http://schemas.microsoft.com/office/drawing/2014/main" id="{67CA6BC5-ADFC-463B-A214-BA231E59E835}"/>
                </a:ext>
              </a:extLst>
            </p:cNvPr>
            <p:cNvSpPr/>
            <p:nvPr/>
          </p:nvSpPr>
          <p:spPr>
            <a:xfrm>
              <a:off x="5844286" y="6457370"/>
              <a:ext cx="82410" cy="82581"/>
            </a:xfrm>
            <a:custGeom>
              <a:avLst/>
              <a:gdLst>
                <a:gd name="connsiteX0" fmla="*/ 67572 w 82410"/>
                <a:gd name="connsiteY0" fmla="*/ 14839 h 82581"/>
                <a:gd name="connsiteX1" fmla="*/ 40377 w 82410"/>
                <a:gd name="connsiteY1" fmla="*/ 9053 h 82581"/>
                <a:gd name="connsiteX2" fmla="*/ 1610 w 82410"/>
                <a:gd name="connsiteY2" fmla="*/ 80801 h 82581"/>
                <a:gd name="connsiteX3" fmla="*/ 73358 w 82410"/>
                <a:gd name="connsiteY3" fmla="*/ 42034 h 82581"/>
                <a:gd name="connsiteX4" fmla="*/ 67572 w 82410"/>
                <a:gd name="connsiteY4" fmla="*/ 14839 h 8258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2410" h="82581">
                  <a:moveTo>
                    <a:pt x="67572" y="14839"/>
                  </a:moveTo>
                  <a:cubicBezTo>
                    <a:pt x="58314" y="5581"/>
                    <a:pt x="59471" y="-10041"/>
                    <a:pt x="40377" y="9053"/>
                  </a:cubicBezTo>
                  <a:cubicBezTo>
                    <a:pt x="21283" y="28147"/>
                    <a:pt x="-7069" y="71543"/>
                    <a:pt x="1610" y="80801"/>
                  </a:cubicBezTo>
                  <a:cubicBezTo>
                    <a:pt x="10868" y="90059"/>
                    <a:pt x="54264" y="61128"/>
                    <a:pt x="73358" y="42034"/>
                  </a:cubicBezTo>
                  <a:cubicBezTo>
                    <a:pt x="92452" y="22361"/>
                    <a:pt x="76830" y="23518"/>
                    <a:pt x="67572" y="14839"/>
                  </a:cubicBezTo>
                  <a:close/>
                </a:path>
              </a:pathLst>
            </a:custGeom>
            <a:grpFill/>
            <a:ln w="5755" cap="flat">
              <a:noFill/>
              <a:prstDash val="solid"/>
              <a:miter/>
            </a:ln>
          </p:spPr>
          <p:txBody>
            <a:bodyPr rtlCol="0" anchor="ctr"/>
            <a:lstStyle/>
            <a:p>
              <a:endParaRPr lang="de-DE"/>
            </a:p>
          </p:txBody>
        </p:sp>
      </p:grpSp>
      <p:sp>
        <p:nvSpPr>
          <p:cNvPr id="24" name="Fußzeilenplatzhalter 2"/>
          <p:cNvSpPr>
            <a:spLocks noGrp="1"/>
          </p:cNvSpPr>
          <p:nvPr>
            <p:ph type="ftr" sz="quarter" idx="11"/>
          </p:nvPr>
        </p:nvSpPr>
        <p:spPr>
          <a:xfrm>
            <a:off x="5363852" y="6311900"/>
            <a:ext cx="4326902" cy="409575"/>
          </a:xfrm>
        </p:spPr>
        <p:txBody>
          <a:bodyPr vert="horz" lIns="91440" tIns="45720" rIns="91440" bIns="45720" rtlCol="0" anchor="ctr"/>
          <a:lstStyle/>
          <a:p>
            <a:endParaRPr lang="de-DE" sz="1400" b="1" i="1" dirty="0">
              <a:effectLst>
                <a:outerShdw blurRad="38100" dist="38100" dir="2700000" algn="tl">
                  <a:srgbClr val="000000">
                    <a:alpha val="43137"/>
                  </a:srgbClr>
                </a:outerShdw>
              </a:effectLst>
              <a:latin typeface="+mj-lt"/>
              <a:cs typeface="Arial" panose="020B0604020202020204" pitchFamily="34" charset="0"/>
            </a:endParaRPr>
          </a:p>
        </p:txBody>
      </p:sp>
      <p:sp>
        <p:nvSpPr>
          <p:cNvPr id="22" name="Textplatzhalter 7"/>
          <p:cNvSpPr>
            <a:spLocks noGrp="1"/>
          </p:cNvSpPr>
          <p:nvPr>
            <p:ph type="body" sz="quarter" idx="13"/>
          </p:nvPr>
        </p:nvSpPr>
        <p:spPr>
          <a:xfrm>
            <a:off x="2332521" y="1587684"/>
            <a:ext cx="5751512" cy="1307505"/>
          </a:xfrm>
        </p:spPr>
        <p:txBody>
          <a:bodyPr>
            <a:normAutofit/>
          </a:bodyPr>
          <a:lstStyle/>
          <a:p>
            <a:r>
              <a:rPr lang="en-US" smtClean="0">
                <a:effectLst>
                  <a:outerShdw blurRad="38100" dist="38100" dir="2700000" algn="tl">
                    <a:srgbClr val="000000">
                      <a:alpha val="43137"/>
                    </a:srgbClr>
                  </a:outerShdw>
                </a:effectLst>
              </a:rPr>
              <a:t>OOP Designprinzipien</a:t>
            </a:r>
            <a:endParaRPr lang="de-DE" dirty="0" smtClean="0">
              <a:effectLst>
                <a:outerShdw blurRad="38100" dist="38100" dir="2700000" algn="tl">
                  <a:srgbClr val="000000">
                    <a:alpha val="43137"/>
                  </a:srgbClr>
                </a:outerShdw>
              </a:effectLst>
            </a:endParaRPr>
          </a:p>
        </p:txBody>
      </p:sp>
      <p:pic>
        <p:nvPicPr>
          <p:cNvPr id="25" name="Grafik 24"/>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267709" y="0"/>
            <a:ext cx="1000883" cy="839038"/>
          </a:xfrm>
          <a:prstGeom prst="rect">
            <a:avLst/>
          </a:prstGeom>
        </p:spPr>
      </p:pic>
    </p:spTree>
    <p:extLst>
      <p:ext uri="{BB962C8B-B14F-4D97-AF65-F5344CB8AC3E}">
        <p14:creationId xmlns:p14="http://schemas.microsoft.com/office/powerpoint/2010/main" val="816729852"/>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umsplatzhalter 2"/>
          <p:cNvSpPr>
            <a:spLocks noGrp="1"/>
          </p:cNvSpPr>
          <p:nvPr>
            <p:ph type="dt" sz="half" idx="10"/>
          </p:nvPr>
        </p:nvSpPr>
        <p:spPr/>
        <p:txBody>
          <a:bodyPr/>
          <a:lstStyle/>
          <a:p>
            <a:fld id="{2C929609-5B6D-4D6B-87F3-9C2730465329}" type="datetime1">
              <a:rPr lang="de-DE" smtClean="0"/>
              <a:t>26.06.2023</a:t>
            </a:fld>
            <a:endParaRPr lang="de-DE"/>
          </a:p>
        </p:txBody>
      </p:sp>
      <p:sp>
        <p:nvSpPr>
          <p:cNvPr id="5" name="Foliennummernplatzhalter 4"/>
          <p:cNvSpPr>
            <a:spLocks noGrp="1"/>
          </p:cNvSpPr>
          <p:nvPr>
            <p:ph type="sldNum" sz="quarter" idx="12"/>
          </p:nvPr>
        </p:nvSpPr>
        <p:spPr/>
        <p:txBody>
          <a:bodyPr/>
          <a:lstStyle/>
          <a:p>
            <a:fld id="{220551C3-A462-45EE-8D4B-53AADAADD6D4}" type="slidenum">
              <a:rPr lang="de-DE" smtClean="0"/>
              <a:t>8</a:t>
            </a:fld>
            <a:endParaRPr lang="de-DE"/>
          </a:p>
        </p:txBody>
      </p:sp>
      <p:sp>
        <p:nvSpPr>
          <p:cNvPr id="22" name="Fußzeilenplatzhalter 2"/>
          <p:cNvSpPr>
            <a:spLocks noGrp="1"/>
          </p:cNvSpPr>
          <p:nvPr>
            <p:ph type="ftr" sz="quarter" idx="11"/>
          </p:nvPr>
        </p:nvSpPr>
        <p:spPr>
          <a:xfrm>
            <a:off x="5363852" y="6311900"/>
            <a:ext cx="4326902" cy="409575"/>
          </a:xfrm>
        </p:spPr>
        <p:txBody>
          <a:bodyPr vert="horz" lIns="91440" tIns="45720" rIns="91440" bIns="45720" rtlCol="0" anchor="ctr"/>
          <a:lstStyle/>
          <a:p>
            <a:endParaRPr lang="de-DE" sz="1400" b="1" i="1" dirty="0">
              <a:effectLst>
                <a:outerShdw blurRad="38100" dist="38100" dir="2700000" algn="tl">
                  <a:srgbClr val="000000">
                    <a:alpha val="43137"/>
                  </a:srgbClr>
                </a:outerShdw>
              </a:effectLst>
              <a:latin typeface="+mj-lt"/>
              <a:cs typeface="Arial" panose="020B0604020202020204" pitchFamily="34" charset="0"/>
            </a:endParaRPr>
          </a:p>
        </p:txBody>
      </p:sp>
      <p:sp>
        <p:nvSpPr>
          <p:cNvPr id="14" name="Titel 10"/>
          <p:cNvSpPr>
            <a:spLocks noGrp="1"/>
          </p:cNvSpPr>
          <p:nvPr>
            <p:ph type="title"/>
          </p:nvPr>
        </p:nvSpPr>
        <p:spPr>
          <a:xfrm>
            <a:off x="362422" y="550865"/>
            <a:ext cx="8559156" cy="720725"/>
          </a:xfrm>
        </p:spPr>
        <p:txBody>
          <a:bodyPr>
            <a:normAutofit fontScale="90000"/>
          </a:bodyPr>
          <a:lstStyle/>
          <a:p>
            <a:r>
              <a:rPr lang="de-DE" smtClean="0">
                <a:effectLst>
                  <a:outerShdw blurRad="38100" dist="38100" dir="2700000" algn="tl">
                    <a:srgbClr val="000000">
                      <a:alpha val="43137"/>
                    </a:srgbClr>
                  </a:outerShdw>
                </a:effectLst>
              </a:rPr>
              <a:t>1.2 OOP Designprinzipien</a:t>
            </a:r>
            <a:r>
              <a:rPr lang="de-DE" dirty="0"/>
              <a:t/>
            </a:r>
            <a:br>
              <a:rPr lang="de-DE" dirty="0"/>
            </a:br>
            <a:r>
              <a:rPr lang="de-DE" dirty="0"/>
              <a:t/>
            </a:r>
            <a:br>
              <a:rPr lang="de-DE" dirty="0"/>
            </a:br>
            <a:r>
              <a:rPr lang="de-DE" dirty="0" smtClean="0">
                <a:effectLst>
                  <a:outerShdw blurRad="38100" dist="38100" dir="2700000" algn="tl">
                    <a:srgbClr val="000000">
                      <a:alpha val="43137"/>
                    </a:srgbClr>
                  </a:outerShdw>
                </a:effectLst>
              </a:rPr>
              <a:t> </a:t>
            </a:r>
            <a:endParaRPr lang="de-DE" dirty="0"/>
          </a:p>
        </p:txBody>
      </p:sp>
      <p:pic>
        <p:nvPicPr>
          <p:cNvPr id="16" name="Grafik 1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267709" y="0"/>
            <a:ext cx="1000883" cy="839038"/>
          </a:xfrm>
          <a:prstGeom prst="rect">
            <a:avLst/>
          </a:prstGeom>
        </p:spPr>
      </p:pic>
      <p:sp>
        <p:nvSpPr>
          <p:cNvPr id="18" name="Textplatzhalter 1"/>
          <p:cNvSpPr>
            <a:spLocks noGrp="1"/>
          </p:cNvSpPr>
          <p:nvPr>
            <p:ph type="body" sz="quarter" idx="14"/>
          </p:nvPr>
        </p:nvSpPr>
        <p:spPr>
          <a:xfrm>
            <a:off x="362422" y="1463581"/>
            <a:ext cx="11495753" cy="4419877"/>
          </a:xfrm>
        </p:spPr>
        <p:txBody>
          <a:bodyPr>
            <a:normAutofit/>
          </a:bodyPr>
          <a:lstStyle/>
          <a:p>
            <a:pPr marL="0" lvl="0" indent="0">
              <a:buNone/>
            </a:pPr>
            <a:r>
              <a:rPr lang="de-DE" b="1"/>
              <a:t>Clean Code</a:t>
            </a:r>
            <a:r>
              <a:rPr lang="de-DE"/>
              <a:t>: Der Begriff „Clean Code“ und dessen Prinzipien, insbesondere die „SOLID“-Prinzipien wurden von Robert C. Martin eingeführt.  Quellcode soll intuitiv verständlich sein. Ziel ist es Software effizient und effektiv zu produzieren, und den Quellcode so zu gestalten, dass dieser </a:t>
            </a:r>
            <a:r>
              <a:rPr lang="de-DE" smtClean="0"/>
              <a:t>leicht</a:t>
            </a:r>
            <a:r>
              <a:rPr lang="de-DE"/>
              <a:t> </a:t>
            </a:r>
          </a:p>
          <a:p>
            <a:pPr lvl="0"/>
            <a:r>
              <a:rPr lang="de-DE"/>
              <a:t>lesbar</a:t>
            </a:r>
          </a:p>
          <a:p>
            <a:pPr lvl="0"/>
            <a:r>
              <a:rPr lang="de-DE"/>
              <a:t>änderbar</a:t>
            </a:r>
          </a:p>
          <a:p>
            <a:pPr lvl="0"/>
            <a:r>
              <a:rPr lang="de-DE"/>
              <a:t>erweiterbar</a:t>
            </a:r>
          </a:p>
          <a:p>
            <a:pPr lvl="0"/>
            <a:r>
              <a:rPr lang="de-DE" smtClean="0"/>
              <a:t>wartbar</a:t>
            </a:r>
            <a:endParaRPr lang="de-DE"/>
          </a:p>
          <a:p>
            <a:pPr marL="0" indent="0">
              <a:buNone/>
            </a:pPr>
            <a:r>
              <a:rPr lang="de-DE"/>
              <a:t>ist. </a:t>
            </a:r>
            <a:endParaRPr lang="de-DE" sz="2000" dirty="0"/>
          </a:p>
        </p:txBody>
      </p:sp>
    </p:spTree>
    <p:extLst>
      <p:ext uri="{BB962C8B-B14F-4D97-AF65-F5344CB8AC3E}">
        <p14:creationId xmlns:p14="http://schemas.microsoft.com/office/powerpoint/2010/main" val="149080052"/>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umsplatzhalter 2"/>
          <p:cNvSpPr>
            <a:spLocks noGrp="1"/>
          </p:cNvSpPr>
          <p:nvPr>
            <p:ph type="dt" sz="half" idx="10"/>
          </p:nvPr>
        </p:nvSpPr>
        <p:spPr/>
        <p:txBody>
          <a:bodyPr/>
          <a:lstStyle/>
          <a:p>
            <a:fld id="{2C929609-5B6D-4D6B-87F3-9C2730465329}" type="datetime1">
              <a:rPr lang="de-DE" smtClean="0"/>
              <a:t>26.06.2023</a:t>
            </a:fld>
            <a:endParaRPr lang="de-DE"/>
          </a:p>
        </p:txBody>
      </p:sp>
      <p:sp>
        <p:nvSpPr>
          <p:cNvPr id="5" name="Foliennummernplatzhalter 4"/>
          <p:cNvSpPr>
            <a:spLocks noGrp="1"/>
          </p:cNvSpPr>
          <p:nvPr>
            <p:ph type="sldNum" sz="quarter" idx="12"/>
          </p:nvPr>
        </p:nvSpPr>
        <p:spPr/>
        <p:txBody>
          <a:bodyPr/>
          <a:lstStyle/>
          <a:p>
            <a:fld id="{220551C3-A462-45EE-8D4B-53AADAADD6D4}" type="slidenum">
              <a:rPr lang="de-DE" smtClean="0"/>
              <a:t>9</a:t>
            </a:fld>
            <a:endParaRPr lang="de-DE"/>
          </a:p>
        </p:txBody>
      </p:sp>
      <p:sp>
        <p:nvSpPr>
          <p:cNvPr id="22" name="Fußzeilenplatzhalter 2"/>
          <p:cNvSpPr>
            <a:spLocks noGrp="1"/>
          </p:cNvSpPr>
          <p:nvPr>
            <p:ph type="ftr" sz="quarter" idx="11"/>
          </p:nvPr>
        </p:nvSpPr>
        <p:spPr>
          <a:xfrm>
            <a:off x="5363852" y="6311900"/>
            <a:ext cx="4326902" cy="409575"/>
          </a:xfrm>
        </p:spPr>
        <p:txBody>
          <a:bodyPr vert="horz" lIns="91440" tIns="45720" rIns="91440" bIns="45720" rtlCol="0" anchor="ctr"/>
          <a:lstStyle/>
          <a:p>
            <a:endParaRPr lang="de-DE" sz="1400" b="1" i="1" dirty="0">
              <a:effectLst>
                <a:outerShdw blurRad="38100" dist="38100" dir="2700000" algn="tl">
                  <a:srgbClr val="000000">
                    <a:alpha val="43137"/>
                  </a:srgbClr>
                </a:outerShdw>
              </a:effectLst>
              <a:latin typeface="+mj-lt"/>
              <a:cs typeface="Arial" panose="020B0604020202020204" pitchFamily="34" charset="0"/>
            </a:endParaRPr>
          </a:p>
        </p:txBody>
      </p:sp>
      <p:sp>
        <p:nvSpPr>
          <p:cNvPr id="14" name="Titel 10"/>
          <p:cNvSpPr>
            <a:spLocks noGrp="1"/>
          </p:cNvSpPr>
          <p:nvPr>
            <p:ph type="title"/>
          </p:nvPr>
        </p:nvSpPr>
        <p:spPr>
          <a:xfrm>
            <a:off x="362422" y="550865"/>
            <a:ext cx="8559156" cy="720725"/>
          </a:xfrm>
        </p:spPr>
        <p:txBody>
          <a:bodyPr>
            <a:normAutofit fontScale="90000"/>
          </a:bodyPr>
          <a:lstStyle/>
          <a:p>
            <a:r>
              <a:rPr lang="de-DE" smtClean="0">
                <a:effectLst>
                  <a:outerShdw blurRad="38100" dist="38100" dir="2700000" algn="tl">
                    <a:srgbClr val="000000">
                      <a:alpha val="43137"/>
                    </a:srgbClr>
                  </a:outerShdw>
                </a:effectLst>
              </a:rPr>
              <a:t>1.3 OOP Designprinzipien</a:t>
            </a:r>
            <a:r>
              <a:rPr lang="de-DE" dirty="0"/>
              <a:t/>
            </a:r>
            <a:br>
              <a:rPr lang="de-DE" dirty="0"/>
            </a:br>
            <a:r>
              <a:rPr lang="de-DE" dirty="0"/>
              <a:t/>
            </a:r>
            <a:br>
              <a:rPr lang="de-DE" dirty="0"/>
            </a:br>
            <a:r>
              <a:rPr lang="de-DE" dirty="0" smtClean="0">
                <a:effectLst>
                  <a:outerShdw blurRad="38100" dist="38100" dir="2700000" algn="tl">
                    <a:srgbClr val="000000">
                      <a:alpha val="43137"/>
                    </a:srgbClr>
                  </a:outerShdw>
                </a:effectLst>
              </a:rPr>
              <a:t> </a:t>
            </a:r>
            <a:endParaRPr lang="de-DE" dirty="0"/>
          </a:p>
        </p:txBody>
      </p:sp>
      <p:pic>
        <p:nvPicPr>
          <p:cNvPr id="16" name="Grafik 1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267709" y="0"/>
            <a:ext cx="1000883" cy="839038"/>
          </a:xfrm>
          <a:prstGeom prst="rect">
            <a:avLst/>
          </a:prstGeom>
        </p:spPr>
      </p:pic>
      <p:sp>
        <p:nvSpPr>
          <p:cNvPr id="18" name="Textplatzhalter 1"/>
          <p:cNvSpPr>
            <a:spLocks noGrp="1"/>
          </p:cNvSpPr>
          <p:nvPr>
            <p:ph type="body" sz="quarter" idx="14"/>
          </p:nvPr>
        </p:nvSpPr>
        <p:spPr>
          <a:xfrm>
            <a:off x="362422" y="1463581"/>
            <a:ext cx="11495753" cy="4419877"/>
          </a:xfrm>
        </p:spPr>
        <p:txBody>
          <a:bodyPr>
            <a:normAutofit/>
          </a:bodyPr>
          <a:lstStyle/>
          <a:p>
            <a:pPr marL="0" indent="0">
              <a:buNone/>
            </a:pPr>
            <a:r>
              <a:rPr lang="de-DE" b="1"/>
              <a:t>SOLID</a:t>
            </a:r>
            <a:r>
              <a:rPr lang="de-DE"/>
              <a:t>: Eine Menge von Designprinzipien wurden unter dem Akronym SOLID von Robert C. Martin zusammengefasst und gelten heutzutage als „State of the art“ moderner OOP. Jeder OOP-Entwickler sollte diese kennen. </a:t>
            </a:r>
            <a:endParaRPr lang="de-DE" smtClean="0"/>
          </a:p>
          <a:p>
            <a:pPr marL="0" indent="0">
              <a:buNone/>
            </a:pPr>
            <a:endParaRPr lang="de-DE"/>
          </a:p>
          <a:p>
            <a:pPr marL="0" indent="0" fontAlgn="base">
              <a:buNone/>
            </a:pPr>
            <a:r>
              <a:rPr lang="de-DE" b="1"/>
              <a:t>S – Single Responsibility Principle</a:t>
            </a:r>
          </a:p>
          <a:p>
            <a:pPr marL="0" indent="0" fontAlgn="base">
              <a:buNone/>
            </a:pPr>
            <a:r>
              <a:rPr lang="de-DE"/>
              <a:t>Das SRP verlangt, dass ein Modul mit Klassen, Funktionen, Variablen und Datenstrukturen nur für eine Sache verantwortlich sein sollte. Jede </a:t>
            </a:r>
            <a:r>
              <a:rPr lang="de-DE" smtClean="0"/>
              <a:t>Klasse</a:t>
            </a:r>
            <a:r>
              <a:rPr lang="de-DE"/>
              <a:t> </a:t>
            </a:r>
            <a:r>
              <a:rPr lang="de-DE" smtClean="0"/>
              <a:t>und auch jede Methode soll </a:t>
            </a:r>
            <a:r>
              <a:rPr lang="de-DE"/>
              <a:t>nur eine einzige fest definierte Aufgabe erfüllen und nur einen Grund zur Änderung haben. Diese Aufgabe wird durch das Zusammenspiel aller Attribute und Methoden dieser Klasse erfüllt. Das Zusammenspiel der Attribute und Methoden dieser Klasse ist dadurch sehr eng</a:t>
            </a:r>
            <a:r>
              <a:rPr lang="de-DE" smtClean="0"/>
              <a:t>.</a:t>
            </a:r>
            <a:endParaRPr lang="de-DE" sz="2000" dirty="0"/>
          </a:p>
        </p:txBody>
      </p:sp>
    </p:spTree>
    <p:extLst>
      <p:ext uri="{BB962C8B-B14F-4D97-AF65-F5344CB8AC3E}">
        <p14:creationId xmlns:p14="http://schemas.microsoft.com/office/powerpoint/2010/main" val="2835325208"/>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umsplatzhalter 2"/>
          <p:cNvSpPr>
            <a:spLocks noGrp="1"/>
          </p:cNvSpPr>
          <p:nvPr>
            <p:ph type="dt" sz="half" idx="10"/>
          </p:nvPr>
        </p:nvSpPr>
        <p:spPr/>
        <p:txBody>
          <a:bodyPr/>
          <a:lstStyle/>
          <a:p>
            <a:fld id="{2C929609-5B6D-4D6B-87F3-9C2730465329}" type="datetime1">
              <a:rPr lang="de-DE" smtClean="0"/>
              <a:t>26.06.2023</a:t>
            </a:fld>
            <a:endParaRPr lang="de-DE"/>
          </a:p>
        </p:txBody>
      </p:sp>
      <p:sp>
        <p:nvSpPr>
          <p:cNvPr id="5" name="Foliennummernplatzhalter 4"/>
          <p:cNvSpPr>
            <a:spLocks noGrp="1"/>
          </p:cNvSpPr>
          <p:nvPr>
            <p:ph type="sldNum" sz="quarter" idx="12"/>
          </p:nvPr>
        </p:nvSpPr>
        <p:spPr/>
        <p:txBody>
          <a:bodyPr/>
          <a:lstStyle/>
          <a:p>
            <a:fld id="{220551C3-A462-45EE-8D4B-53AADAADD6D4}" type="slidenum">
              <a:rPr lang="de-DE" smtClean="0"/>
              <a:t>10</a:t>
            </a:fld>
            <a:endParaRPr lang="de-DE"/>
          </a:p>
        </p:txBody>
      </p:sp>
      <p:sp>
        <p:nvSpPr>
          <p:cNvPr id="22" name="Fußzeilenplatzhalter 2"/>
          <p:cNvSpPr>
            <a:spLocks noGrp="1"/>
          </p:cNvSpPr>
          <p:nvPr>
            <p:ph type="ftr" sz="quarter" idx="11"/>
          </p:nvPr>
        </p:nvSpPr>
        <p:spPr>
          <a:xfrm>
            <a:off x="5363852" y="6311900"/>
            <a:ext cx="4326902" cy="409575"/>
          </a:xfrm>
        </p:spPr>
        <p:txBody>
          <a:bodyPr vert="horz" lIns="91440" tIns="45720" rIns="91440" bIns="45720" rtlCol="0" anchor="ctr"/>
          <a:lstStyle/>
          <a:p>
            <a:endParaRPr lang="de-DE" sz="1400" b="1" i="1" dirty="0">
              <a:effectLst>
                <a:outerShdw blurRad="38100" dist="38100" dir="2700000" algn="tl">
                  <a:srgbClr val="000000">
                    <a:alpha val="43137"/>
                  </a:srgbClr>
                </a:outerShdw>
              </a:effectLst>
              <a:latin typeface="+mj-lt"/>
              <a:cs typeface="Arial" panose="020B0604020202020204" pitchFamily="34" charset="0"/>
            </a:endParaRPr>
          </a:p>
        </p:txBody>
      </p:sp>
      <p:sp>
        <p:nvSpPr>
          <p:cNvPr id="14" name="Titel 10"/>
          <p:cNvSpPr>
            <a:spLocks noGrp="1"/>
          </p:cNvSpPr>
          <p:nvPr>
            <p:ph type="title"/>
          </p:nvPr>
        </p:nvSpPr>
        <p:spPr>
          <a:xfrm>
            <a:off x="362422" y="550865"/>
            <a:ext cx="8559156" cy="720725"/>
          </a:xfrm>
        </p:spPr>
        <p:txBody>
          <a:bodyPr>
            <a:normAutofit fontScale="90000"/>
          </a:bodyPr>
          <a:lstStyle/>
          <a:p>
            <a:r>
              <a:rPr lang="de-DE" smtClean="0">
                <a:effectLst>
                  <a:outerShdw blurRad="38100" dist="38100" dir="2700000" algn="tl">
                    <a:srgbClr val="000000">
                      <a:alpha val="43137"/>
                    </a:srgbClr>
                  </a:outerShdw>
                </a:effectLst>
              </a:rPr>
              <a:t>1.3 OOP Designprinzipien</a:t>
            </a:r>
            <a:r>
              <a:rPr lang="de-DE" dirty="0"/>
              <a:t/>
            </a:r>
            <a:br>
              <a:rPr lang="de-DE" dirty="0"/>
            </a:br>
            <a:r>
              <a:rPr lang="de-DE" dirty="0"/>
              <a:t/>
            </a:r>
            <a:br>
              <a:rPr lang="de-DE" dirty="0"/>
            </a:br>
            <a:r>
              <a:rPr lang="de-DE" dirty="0" smtClean="0">
                <a:effectLst>
                  <a:outerShdw blurRad="38100" dist="38100" dir="2700000" algn="tl">
                    <a:srgbClr val="000000">
                      <a:alpha val="43137"/>
                    </a:srgbClr>
                  </a:outerShdw>
                </a:effectLst>
              </a:rPr>
              <a:t> </a:t>
            </a:r>
            <a:endParaRPr lang="de-DE" dirty="0"/>
          </a:p>
        </p:txBody>
      </p:sp>
      <p:pic>
        <p:nvPicPr>
          <p:cNvPr id="16" name="Grafik 1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267709" y="0"/>
            <a:ext cx="1000883" cy="839038"/>
          </a:xfrm>
          <a:prstGeom prst="rect">
            <a:avLst/>
          </a:prstGeom>
        </p:spPr>
      </p:pic>
      <p:sp>
        <p:nvSpPr>
          <p:cNvPr id="18" name="Textplatzhalter 1"/>
          <p:cNvSpPr>
            <a:spLocks noGrp="1"/>
          </p:cNvSpPr>
          <p:nvPr>
            <p:ph type="body" sz="quarter" idx="14"/>
          </p:nvPr>
        </p:nvSpPr>
        <p:spPr>
          <a:xfrm>
            <a:off x="362422" y="1463581"/>
            <a:ext cx="11495753" cy="4419877"/>
          </a:xfrm>
        </p:spPr>
        <p:txBody>
          <a:bodyPr>
            <a:normAutofit lnSpcReduction="10000"/>
          </a:bodyPr>
          <a:lstStyle/>
          <a:p>
            <a:pPr marL="0" indent="0" fontAlgn="base">
              <a:buNone/>
            </a:pPr>
            <a:r>
              <a:rPr lang="de-DE" b="1"/>
              <a:t>O – Open Closed Principle</a:t>
            </a:r>
          </a:p>
          <a:p>
            <a:pPr marL="0" indent="0" fontAlgn="base">
              <a:buNone/>
            </a:pPr>
            <a:r>
              <a:rPr lang="de-DE"/>
              <a:t>Das OCP thematisiert die Erweiterbarkeit von Modulen, Klassen und Methoden. Diese sollen offen für Erweiterungen und geschlossen für Modifikationen sein. Das bedeutet, dass das Verhalten einer Klasse durch Abstraktion, Vererbung oder Komposition erweitert werden kann, ohne den bereits bestehenden Code ändern zu müssen.</a:t>
            </a:r>
          </a:p>
          <a:p>
            <a:pPr marL="0" indent="0" fontAlgn="base">
              <a:buNone/>
            </a:pPr>
            <a:endParaRPr lang="de-DE"/>
          </a:p>
          <a:p>
            <a:pPr marL="0" indent="0" fontAlgn="base">
              <a:buNone/>
            </a:pPr>
            <a:r>
              <a:rPr lang="de-DE" b="1"/>
              <a:t>L – Liskov Substitution Principle</a:t>
            </a:r>
          </a:p>
          <a:p>
            <a:pPr marL="0" indent="0" fontAlgn="base">
              <a:buNone/>
            </a:pPr>
            <a:r>
              <a:rPr lang="de-DE"/>
              <a:t>Das </a:t>
            </a:r>
            <a:r>
              <a:rPr lang="de-DE" smtClean="0"/>
              <a:t>Ersetzbarkeitsprinzip LSP </a:t>
            </a:r>
            <a:r>
              <a:rPr lang="de-DE"/>
              <a:t>besagt, dass sich abgeleitete </a:t>
            </a:r>
            <a:r>
              <a:rPr lang="de-DE" smtClean="0"/>
              <a:t>Subtypen </a:t>
            </a:r>
            <a:r>
              <a:rPr lang="de-DE"/>
              <a:t>wie ihre </a:t>
            </a:r>
            <a:r>
              <a:rPr lang="de-DE" smtClean="0"/>
              <a:t>Basistypen </a:t>
            </a:r>
            <a:r>
              <a:rPr lang="de-DE"/>
              <a:t>verhalten müssen, wobei Subtypen die Funktionalitäten der Basistypen erweitern, aber nicht einschränken dürfen. Das Liskov-Prinzip ermöglicht die Polymorphie von Subtypen. </a:t>
            </a:r>
            <a:r>
              <a:rPr lang="de-DE" smtClean="0"/>
              <a:t>Dies </a:t>
            </a:r>
            <a:r>
              <a:rPr lang="de-DE"/>
              <a:t>bedeutet, dass Objekte einer Basisklasse durch Objekte einer Unterklasse ersetzt werden können, ohne das korrekte Verhalten des Programms dadurch zu beeinträchtigen.</a:t>
            </a:r>
          </a:p>
          <a:p>
            <a:pPr marL="0" indent="0" fontAlgn="base">
              <a:buNone/>
            </a:pPr>
            <a:endParaRPr lang="de-DE"/>
          </a:p>
          <a:p>
            <a:pPr marL="0" lvl="0" indent="0">
              <a:buNone/>
            </a:pPr>
            <a:endParaRPr lang="de-DE" sz="2000" dirty="0"/>
          </a:p>
        </p:txBody>
      </p:sp>
    </p:spTree>
    <p:extLst>
      <p:ext uri="{BB962C8B-B14F-4D97-AF65-F5344CB8AC3E}">
        <p14:creationId xmlns:p14="http://schemas.microsoft.com/office/powerpoint/2010/main" val="3012028262"/>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umsplatzhalter 2"/>
          <p:cNvSpPr>
            <a:spLocks noGrp="1"/>
          </p:cNvSpPr>
          <p:nvPr>
            <p:ph type="dt" sz="half" idx="10"/>
          </p:nvPr>
        </p:nvSpPr>
        <p:spPr/>
        <p:txBody>
          <a:bodyPr/>
          <a:lstStyle/>
          <a:p>
            <a:fld id="{2C929609-5B6D-4D6B-87F3-9C2730465329}" type="datetime1">
              <a:rPr lang="de-DE" smtClean="0"/>
              <a:t>26.06.2023</a:t>
            </a:fld>
            <a:endParaRPr lang="de-DE"/>
          </a:p>
        </p:txBody>
      </p:sp>
      <p:sp>
        <p:nvSpPr>
          <p:cNvPr id="5" name="Foliennummernplatzhalter 4"/>
          <p:cNvSpPr>
            <a:spLocks noGrp="1"/>
          </p:cNvSpPr>
          <p:nvPr>
            <p:ph type="sldNum" sz="quarter" idx="12"/>
          </p:nvPr>
        </p:nvSpPr>
        <p:spPr/>
        <p:txBody>
          <a:bodyPr/>
          <a:lstStyle/>
          <a:p>
            <a:fld id="{220551C3-A462-45EE-8D4B-53AADAADD6D4}" type="slidenum">
              <a:rPr lang="de-DE" smtClean="0"/>
              <a:t>11</a:t>
            </a:fld>
            <a:endParaRPr lang="de-DE"/>
          </a:p>
        </p:txBody>
      </p:sp>
      <p:sp>
        <p:nvSpPr>
          <p:cNvPr id="22" name="Fußzeilenplatzhalter 2"/>
          <p:cNvSpPr>
            <a:spLocks noGrp="1"/>
          </p:cNvSpPr>
          <p:nvPr>
            <p:ph type="ftr" sz="quarter" idx="11"/>
          </p:nvPr>
        </p:nvSpPr>
        <p:spPr>
          <a:xfrm>
            <a:off x="5363852" y="6311900"/>
            <a:ext cx="4326902" cy="409575"/>
          </a:xfrm>
        </p:spPr>
        <p:txBody>
          <a:bodyPr vert="horz" lIns="91440" tIns="45720" rIns="91440" bIns="45720" rtlCol="0" anchor="ctr"/>
          <a:lstStyle/>
          <a:p>
            <a:endParaRPr lang="de-DE" sz="1400" b="1" i="1" dirty="0">
              <a:effectLst>
                <a:outerShdw blurRad="38100" dist="38100" dir="2700000" algn="tl">
                  <a:srgbClr val="000000">
                    <a:alpha val="43137"/>
                  </a:srgbClr>
                </a:outerShdw>
              </a:effectLst>
              <a:latin typeface="+mj-lt"/>
              <a:cs typeface="Arial" panose="020B0604020202020204" pitchFamily="34" charset="0"/>
            </a:endParaRPr>
          </a:p>
        </p:txBody>
      </p:sp>
      <p:sp>
        <p:nvSpPr>
          <p:cNvPr id="14" name="Titel 10"/>
          <p:cNvSpPr>
            <a:spLocks noGrp="1"/>
          </p:cNvSpPr>
          <p:nvPr>
            <p:ph type="title"/>
          </p:nvPr>
        </p:nvSpPr>
        <p:spPr>
          <a:xfrm>
            <a:off x="362422" y="550865"/>
            <a:ext cx="8559156" cy="720725"/>
          </a:xfrm>
        </p:spPr>
        <p:txBody>
          <a:bodyPr>
            <a:normAutofit fontScale="90000"/>
          </a:bodyPr>
          <a:lstStyle/>
          <a:p>
            <a:r>
              <a:rPr lang="de-DE" smtClean="0">
                <a:effectLst>
                  <a:outerShdw blurRad="38100" dist="38100" dir="2700000" algn="tl">
                    <a:srgbClr val="000000">
                      <a:alpha val="43137"/>
                    </a:srgbClr>
                  </a:outerShdw>
                </a:effectLst>
              </a:rPr>
              <a:t>1.3 OOP Designprinzipien</a:t>
            </a:r>
            <a:r>
              <a:rPr lang="de-DE" dirty="0"/>
              <a:t/>
            </a:r>
            <a:br>
              <a:rPr lang="de-DE" dirty="0"/>
            </a:br>
            <a:r>
              <a:rPr lang="de-DE" dirty="0"/>
              <a:t/>
            </a:r>
            <a:br>
              <a:rPr lang="de-DE" dirty="0"/>
            </a:br>
            <a:r>
              <a:rPr lang="de-DE" dirty="0" smtClean="0">
                <a:effectLst>
                  <a:outerShdw blurRad="38100" dist="38100" dir="2700000" algn="tl">
                    <a:srgbClr val="000000">
                      <a:alpha val="43137"/>
                    </a:srgbClr>
                  </a:outerShdw>
                </a:effectLst>
              </a:rPr>
              <a:t> </a:t>
            </a:r>
            <a:endParaRPr lang="de-DE" dirty="0"/>
          </a:p>
        </p:txBody>
      </p:sp>
      <p:pic>
        <p:nvPicPr>
          <p:cNvPr id="16" name="Grafik 1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267709" y="0"/>
            <a:ext cx="1000883" cy="839038"/>
          </a:xfrm>
          <a:prstGeom prst="rect">
            <a:avLst/>
          </a:prstGeom>
        </p:spPr>
      </p:pic>
      <p:sp>
        <p:nvSpPr>
          <p:cNvPr id="18" name="Textplatzhalter 1"/>
          <p:cNvSpPr>
            <a:spLocks noGrp="1"/>
          </p:cNvSpPr>
          <p:nvPr>
            <p:ph type="body" sz="quarter" idx="14"/>
          </p:nvPr>
        </p:nvSpPr>
        <p:spPr>
          <a:xfrm>
            <a:off x="362422" y="1463581"/>
            <a:ext cx="11495753" cy="4419877"/>
          </a:xfrm>
        </p:spPr>
        <p:txBody>
          <a:bodyPr>
            <a:normAutofit/>
          </a:bodyPr>
          <a:lstStyle/>
          <a:p>
            <a:pPr marL="0" indent="0" fontAlgn="base">
              <a:buNone/>
            </a:pPr>
            <a:r>
              <a:rPr lang="de-DE" b="1"/>
              <a:t>ISP – Interface Segregation </a:t>
            </a:r>
            <a:r>
              <a:rPr lang="de-DE" b="1" smtClean="0"/>
              <a:t>Principle</a:t>
            </a:r>
            <a:r>
              <a:rPr lang="de-DE"/>
              <a:t> </a:t>
            </a:r>
          </a:p>
          <a:p>
            <a:pPr marL="0" indent="0" fontAlgn="base">
              <a:buNone/>
            </a:pPr>
            <a:r>
              <a:rPr lang="de-DE"/>
              <a:t>Das ISP besagt, dass </a:t>
            </a:r>
            <a:r>
              <a:rPr lang="de-DE" smtClean="0"/>
              <a:t>Interfaces lediglich </a:t>
            </a:r>
            <a:r>
              <a:rPr lang="de-DE"/>
              <a:t>zusammengehörige Elemente enthalten sollten. Ziel ist es, die Kopplung zwischen Komponenten “schlank” und übersichtlich zu gestalten. Wir verteilen </a:t>
            </a:r>
            <a:r>
              <a:rPr lang="de-DE" smtClean="0"/>
              <a:t>Funktionalität </a:t>
            </a:r>
            <a:r>
              <a:rPr lang="de-DE"/>
              <a:t>auf viele schlanke </a:t>
            </a:r>
            <a:r>
              <a:rPr lang="de-DE" smtClean="0"/>
              <a:t>Interfaces. Interfaces </a:t>
            </a:r>
            <a:r>
              <a:rPr lang="de-DE"/>
              <a:t>sollten </a:t>
            </a:r>
            <a:r>
              <a:rPr lang="de-DE" smtClean="0"/>
              <a:t>klein </a:t>
            </a:r>
            <a:r>
              <a:rPr lang="de-DE"/>
              <a:t>und spezifisch sein und nicht zu viele Methoden enthalten. Das bedeutet, dass Klassen nur die Interfaces </a:t>
            </a:r>
            <a:r>
              <a:rPr lang="de-DE" smtClean="0"/>
              <a:t>implementieren, </a:t>
            </a:r>
            <a:r>
              <a:rPr lang="de-DE"/>
              <a:t>die sie benötigen, und nicht unnötige Methoden </a:t>
            </a:r>
            <a:r>
              <a:rPr lang="de-DE" smtClean="0"/>
              <a:t>implementieren müssen, </a:t>
            </a:r>
            <a:r>
              <a:rPr lang="de-DE"/>
              <a:t>die ein großes </a:t>
            </a:r>
            <a:r>
              <a:rPr lang="de-DE" smtClean="0"/>
              <a:t>Interface </a:t>
            </a:r>
            <a:r>
              <a:rPr lang="de-DE"/>
              <a:t>eventuell </a:t>
            </a:r>
            <a:r>
              <a:rPr lang="de-DE" smtClean="0"/>
              <a:t>vorschreibt.</a:t>
            </a:r>
            <a:endParaRPr lang="de-DE"/>
          </a:p>
          <a:p>
            <a:pPr marL="0" lvl="0" indent="0">
              <a:buNone/>
            </a:pPr>
            <a:endParaRPr lang="de-DE" sz="2000" dirty="0"/>
          </a:p>
        </p:txBody>
      </p:sp>
    </p:spTree>
    <p:extLst>
      <p:ext uri="{BB962C8B-B14F-4D97-AF65-F5344CB8AC3E}">
        <p14:creationId xmlns:p14="http://schemas.microsoft.com/office/powerpoint/2010/main" val="335146113"/>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umsplatzhalter 2"/>
          <p:cNvSpPr>
            <a:spLocks noGrp="1"/>
          </p:cNvSpPr>
          <p:nvPr>
            <p:ph type="dt" sz="half" idx="10"/>
          </p:nvPr>
        </p:nvSpPr>
        <p:spPr/>
        <p:txBody>
          <a:bodyPr/>
          <a:lstStyle/>
          <a:p>
            <a:fld id="{2C929609-5B6D-4D6B-87F3-9C2730465329}" type="datetime1">
              <a:rPr lang="de-DE" smtClean="0"/>
              <a:t>26.06.2023</a:t>
            </a:fld>
            <a:endParaRPr lang="de-DE"/>
          </a:p>
        </p:txBody>
      </p:sp>
      <p:sp>
        <p:nvSpPr>
          <p:cNvPr id="5" name="Foliennummernplatzhalter 4"/>
          <p:cNvSpPr>
            <a:spLocks noGrp="1"/>
          </p:cNvSpPr>
          <p:nvPr>
            <p:ph type="sldNum" sz="quarter" idx="12"/>
          </p:nvPr>
        </p:nvSpPr>
        <p:spPr/>
        <p:txBody>
          <a:bodyPr/>
          <a:lstStyle/>
          <a:p>
            <a:fld id="{220551C3-A462-45EE-8D4B-53AADAADD6D4}" type="slidenum">
              <a:rPr lang="de-DE" smtClean="0"/>
              <a:t>12</a:t>
            </a:fld>
            <a:endParaRPr lang="de-DE"/>
          </a:p>
        </p:txBody>
      </p:sp>
      <p:sp>
        <p:nvSpPr>
          <p:cNvPr id="22" name="Fußzeilenplatzhalter 2"/>
          <p:cNvSpPr>
            <a:spLocks noGrp="1"/>
          </p:cNvSpPr>
          <p:nvPr>
            <p:ph type="ftr" sz="quarter" idx="11"/>
          </p:nvPr>
        </p:nvSpPr>
        <p:spPr>
          <a:xfrm>
            <a:off x="5363852" y="6311900"/>
            <a:ext cx="4326902" cy="409575"/>
          </a:xfrm>
        </p:spPr>
        <p:txBody>
          <a:bodyPr vert="horz" lIns="91440" tIns="45720" rIns="91440" bIns="45720" rtlCol="0" anchor="ctr"/>
          <a:lstStyle/>
          <a:p>
            <a:endParaRPr lang="de-DE" sz="1400" b="1" i="1" dirty="0">
              <a:effectLst>
                <a:outerShdw blurRad="38100" dist="38100" dir="2700000" algn="tl">
                  <a:srgbClr val="000000">
                    <a:alpha val="43137"/>
                  </a:srgbClr>
                </a:outerShdw>
              </a:effectLst>
              <a:latin typeface="+mj-lt"/>
              <a:cs typeface="Arial" panose="020B0604020202020204" pitchFamily="34" charset="0"/>
            </a:endParaRPr>
          </a:p>
        </p:txBody>
      </p:sp>
      <p:sp>
        <p:nvSpPr>
          <p:cNvPr id="14" name="Titel 10"/>
          <p:cNvSpPr>
            <a:spLocks noGrp="1"/>
          </p:cNvSpPr>
          <p:nvPr>
            <p:ph type="title"/>
          </p:nvPr>
        </p:nvSpPr>
        <p:spPr>
          <a:xfrm>
            <a:off x="362422" y="550865"/>
            <a:ext cx="8559156" cy="720725"/>
          </a:xfrm>
        </p:spPr>
        <p:txBody>
          <a:bodyPr>
            <a:normAutofit fontScale="90000"/>
          </a:bodyPr>
          <a:lstStyle/>
          <a:p>
            <a:r>
              <a:rPr lang="de-DE" smtClean="0">
                <a:effectLst>
                  <a:outerShdw blurRad="38100" dist="38100" dir="2700000" algn="tl">
                    <a:srgbClr val="000000">
                      <a:alpha val="43137"/>
                    </a:srgbClr>
                  </a:outerShdw>
                </a:effectLst>
              </a:rPr>
              <a:t>1.3 OOP Designprinzipien</a:t>
            </a:r>
            <a:r>
              <a:rPr lang="de-DE" dirty="0"/>
              <a:t/>
            </a:r>
            <a:br>
              <a:rPr lang="de-DE" dirty="0"/>
            </a:br>
            <a:r>
              <a:rPr lang="de-DE" dirty="0"/>
              <a:t/>
            </a:r>
            <a:br>
              <a:rPr lang="de-DE" dirty="0"/>
            </a:br>
            <a:r>
              <a:rPr lang="de-DE" dirty="0" smtClean="0">
                <a:effectLst>
                  <a:outerShdw blurRad="38100" dist="38100" dir="2700000" algn="tl">
                    <a:srgbClr val="000000">
                      <a:alpha val="43137"/>
                    </a:srgbClr>
                  </a:outerShdw>
                </a:effectLst>
              </a:rPr>
              <a:t> </a:t>
            </a:r>
            <a:endParaRPr lang="de-DE" dirty="0"/>
          </a:p>
        </p:txBody>
      </p:sp>
      <p:pic>
        <p:nvPicPr>
          <p:cNvPr id="16" name="Grafik 1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267709" y="0"/>
            <a:ext cx="1000883" cy="839038"/>
          </a:xfrm>
          <a:prstGeom prst="rect">
            <a:avLst/>
          </a:prstGeom>
        </p:spPr>
      </p:pic>
      <p:sp>
        <p:nvSpPr>
          <p:cNvPr id="18" name="Textplatzhalter 1"/>
          <p:cNvSpPr>
            <a:spLocks noGrp="1"/>
          </p:cNvSpPr>
          <p:nvPr>
            <p:ph type="body" sz="quarter" idx="14"/>
          </p:nvPr>
        </p:nvSpPr>
        <p:spPr>
          <a:xfrm>
            <a:off x="362422" y="1463581"/>
            <a:ext cx="11495753" cy="4419877"/>
          </a:xfrm>
        </p:spPr>
        <p:txBody>
          <a:bodyPr>
            <a:normAutofit/>
          </a:bodyPr>
          <a:lstStyle/>
          <a:p>
            <a:pPr marL="0" indent="0" fontAlgn="base">
              <a:buNone/>
            </a:pPr>
            <a:r>
              <a:rPr lang="de-DE" b="1"/>
              <a:t>DIP – Dependency Inversion Principle</a:t>
            </a:r>
          </a:p>
          <a:p>
            <a:pPr marL="0" indent="0" fontAlgn="base">
              <a:buNone/>
            </a:pPr>
            <a:r>
              <a:rPr lang="de-DE"/>
              <a:t>Das </a:t>
            </a:r>
            <a:r>
              <a:rPr lang="de-DE" smtClean="0"/>
              <a:t>DIP sieht vor, </a:t>
            </a:r>
            <a:r>
              <a:rPr lang="de-DE"/>
              <a:t>dass Module höherer Ebenen nicht von Modulen niedrigerer Ebenen abhängen. Module und Klassen sollen gegen Abstraktionen entwickelt werden und nicht von konkreten Typen und ihren Details abhängig sein.</a:t>
            </a:r>
          </a:p>
          <a:p>
            <a:pPr marL="0" indent="0" fontAlgn="base">
              <a:buNone/>
            </a:pPr>
            <a:r>
              <a:rPr lang="de-DE"/>
              <a:t>Das </a:t>
            </a:r>
            <a:r>
              <a:rPr lang="de-DE" smtClean="0"/>
              <a:t>bedeutet, </a:t>
            </a:r>
            <a:r>
              <a:rPr lang="de-DE"/>
              <a:t>dass Klassen nicht direkt von anderen konkreten, ausdefinierten Klassen abhängen sollen, sondern von Interfaces oder abstrakten Klassen, die das gewünschte Verhalten definieren und vorschreiben</a:t>
            </a:r>
            <a:r>
              <a:rPr lang="de-DE" smtClean="0"/>
              <a:t>. Wir erreichen also eine lose Kopplung zwischen  den Softwarekomponenten.</a:t>
            </a:r>
            <a:endParaRPr lang="de-DE"/>
          </a:p>
          <a:p>
            <a:pPr marL="0" lvl="0" indent="0">
              <a:buNone/>
            </a:pPr>
            <a:endParaRPr lang="de-DE" sz="2000" dirty="0"/>
          </a:p>
        </p:txBody>
      </p:sp>
    </p:spTree>
    <p:extLst>
      <p:ext uri="{BB962C8B-B14F-4D97-AF65-F5344CB8AC3E}">
        <p14:creationId xmlns:p14="http://schemas.microsoft.com/office/powerpoint/2010/main" val="3217276964"/>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umsplatzhalter 2"/>
          <p:cNvSpPr>
            <a:spLocks noGrp="1"/>
          </p:cNvSpPr>
          <p:nvPr>
            <p:ph type="dt" sz="half" idx="10"/>
          </p:nvPr>
        </p:nvSpPr>
        <p:spPr/>
        <p:txBody>
          <a:bodyPr/>
          <a:lstStyle/>
          <a:p>
            <a:fld id="{2C929609-5B6D-4D6B-87F3-9C2730465329}" type="datetime1">
              <a:rPr lang="de-DE" smtClean="0"/>
              <a:t>26.06.2023</a:t>
            </a:fld>
            <a:endParaRPr lang="de-DE"/>
          </a:p>
        </p:txBody>
      </p:sp>
      <p:sp>
        <p:nvSpPr>
          <p:cNvPr id="5" name="Foliennummernplatzhalter 4"/>
          <p:cNvSpPr>
            <a:spLocks noGrp="1"/>
          </p:cNvSpPr>
          <p:nvPr>
            <p:ph type="sldNum" sz="quarter" idx="12"/>
          </p:nvPr>
        </p:nvSpPr>
        <p:spPr/>
        <p:txBody>
          <a:bodyPr/>
          <a:lstStyle/>
          <a:p>
            <a:fld id="{220551C3-A462-45EE-8D4B-53AADAADD6D4}" type="slidenum">
              <a:rPr lang="de-DE" smtClean="0"/>
              <a:t>13</a:t>
            </a:fld>
            <a:endParaRPr lang="de-DE"/>
          </a:p>
        </p:txBody>
      </p:sp>
      <p:sp>
        <p:nvSpPr>
          <p:cNvPr id="22" name="Fußzeilenplatzhalter 2"/>
          <p:cNvSpPr>
            <a:spLocks noGrp="1"/>
          </p:cNvSpPr>
          <p:nvPr>
            <p:ph type="ftr" sz="quarter" idx="11"/>
          </p:nvPr>
        </p:nvSpPr>
        <p:spPr>
          <a:xfrm>
            <a:off x="5363852" y="6311900"/>
            <a:ext cx="4326902" cy="409575"/>
          </a:xfrm>
        </p:spPr>
        <p:txBody>
          <a:bodyPr vert="horz" lIns="91440" tIns="45720" rIns="91440" bIns="45720" rtlCol="0" anchor="ctr"/>
          <a:lstStyle/>
          <a:p>
            <a:endParaRPr lang="de-DE" sz="1400" b="1" i="1" dirty="0">
              <a:effectLst>
                <a:outerShdw blurRad="38100" dist="38100" dir="2700000" algn="tl">
                  <a:srgbClr val="000000">
                    <a:alpha val="43137"/>
                  </a:srgbClr>
                </a:outerShdw>
              </a:effectLst>
              <a:latin typeface="+mj-lt"/>
              <a:cs typeface="Arial" panose="020B0604020202020204" pitchFamily="34" charset="0"/>
            </a:endParaRPr>
          </a:p>
        </p:txBody>
      </p:sp>
      <p:sp>
        <p:nvSpPr>
          <p:cNvPr id="14" name="Titel 10"/>
          <p:cNvSpPr>
            <a:spLocks noGrp="1"/>
          </p:cNvSpPr>
          <p:nvPr>
            <p:ph type="title"/>
          </p:nvPr>
        </p:nvSpPr>
        <p:spPr>
          <a:xfrm>
            <a:off x="362422" y="550865"/>
            <a:ext cx="8559156" cy="720725"/>
          </a:xfrm>
        </p:spPr>
        <p:txBody>
          <a:bodyPr>
            <a:normAutofit fontScale="90000"/>
          </a:bodyPr>
          <a:lstStyle/>
          <a:p>
            <a:r>
              <a:rPr lang="de-DE" smtClean="0">
                <a:effectLst>
                  <a:outerShdw blurRad="38100" dist="38100" dir="2700000" algn="tl">
                    <a:srgbClr val="000000">
                      <a:alpha val="43137"/>
                    </a:srgbClr>
                  </a:outerShdw>
                </a:effectLst>
              </a:rPr>
              <a:t>1.4 Weitere OOP Designprinzipien</a:t>
            </a:r>
            <a:r>
              <a:rPr lang="de-DE" dirty="0"/>
              <a:t/>
            </a:r>
            <a:br>
              <a:rPr lang="de-DE" dirty="0"/>
            </a:br>
            <a:r>
              <a:rPr lang="de-DE" dirty="0"/>
              <a:t/>
            </a:r>
            <a:br>
              <a:rPr lang="de-DE" dirty="0"/>
            </a:br>
            <a:r>
              <a:rPr lang="de-DE" dirty="0" smtClean="0">
                <a:effectLst>
                  <a:outerShdw blurRad="38100" dist="38100" dir="2700000" algn="tl">
                    <a:srgbClr val="000000">
                      <a:alpha val="43137"/>
                    </a:srgbClr>
                  </a:outerShdw>
                </a:effectLst>
              </a:rPr>
              <a:t> </a:t>
            </a:r>
            <a:endParaRPr lang="de-DE" dirty="0"/>
          </a:p>
        </p:txBody>
      </p:sp>
      <p:pic>
        <p:nvPicPr>
          <p:cNvPr id="16" name="Grafik 1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267709" y="0"/>
            <a:ext cx="1000883" cy="839038"/>
          </a:xfrm>
          <a:prstGeom prst="rect">
            <a:avLst/>
          </a:prstGeom>
        </p:spPr>
      </p:pic>
      <p:sp>
        <p:nvSpPr>
          <p:cNvPr id="18" name="Textplatzhalter 1"/>
          <p:cNvSpPr>
            <a:spLocks noGrp="1"/>
          </p:cNvSpPr>
          <p:nvPr>
            <p:ph type="body" sz="quarter" idx="14"/>
          </p:nvPr>
        </p:nvSpPr>
        <p:spPr>
          <a:xfrm>
            <a:off x="362422" y="1463581"/>
            <a:ext cx="11495753" cy="4419877"/>
          </a:xfrm>
        </p:spPr>
        <p:txBody>
          <a:bodyPr>
            <a:normAutofit/>
          </a:bodyPr>
          <a:lstStyle/>
          <a:p>
            <a:pPr marL="0" lvl="0" indent="0">
              <a:buNone/>
            </a:pPr>
            <a:r>
              <a:rPr lang="de-DE" b="1"/>
              <a:t>DRY</a:t>
            </a:r>
            <a:r>
              <a:rPr lang="de-DE"/>
              <a:t>: </a:t>
            </a:r>
            <a:r>
              <a:rPr lang="de-DE" smtClean="0"/>
              <a:t>Das Akronym </a:t>
            </a:r>
            <a:r>
              <a:rPr lang="de-DE"/>
              <a:t>steht für “Don’t repeat yourself” und bedeutet, dass </a:t>
            </a:r>
            <a:r>
              <a:rPr lang="de-DE" smtClean="0"/>
              <a:t>Dopplungen </a:t>
            </a:r>
            <a:r>
              <a:rPr lang="de-DE"/>
              <a:t>im Code vermieden werden sollten. </a:t>
            </a:r>
            <a:r>
              <a:rPr lang="de-DE" smtClean="0"/>
              <a:t>Redundanter Quellcode führt </a:t>
            </a:r>
            <a:r>
              <a:rPr lang="de-DE"/>
              <a:t>zu mehr Fehlern, mehr Wartungsaufwand und weniger Flexibilität</a:t>
            </a:r>
            <a:r>
              <a:rPr lang="de-DE" smtClean="0"/>
              <a:t>. Dazu </a:t>
            </a:r>
            <a:r>
              <a:rPr lang="de-DE"/>
              <a:t>sollte der Code in wiederverwendbare Methoden oder Klassen </a:t>
            </a:r>
            <a:r>
              <a:rPr lang="de-DE" smtClean="0"/>
              <a:t>aufgeteilt </a:t>
            </a:r>
            <a:r>
              <a:rPr lang="de-DE"/>
              <a:t>werden, die an verschiedenen Stellen aufgerufen werden können</a:t>
            </a:r>
            <a:r>
              <a:rPr lang="de-DE" smtClean="0"/>
              <a:t>.</a:t>
            </a:r>
          </a:p>
          <a:p>
            <a:pPr marL="0" lvl="0" indent="0">
              <a:buNone/>
            </a:pPr>
            <a:endParaRPr lang="en-US"/>
          </a:p>
          <a:p>
            <a:pPr marL="0" indent="0">
              <a:buNone/>
            </a:pPr>
            <a:r>
              <a:rPr lang="de-DE" b="1"/>
              <a:t>KISS</a:t>
            </a:r>
            <a:r>
              <a:rPr lang="de-DE"/>
              <a:t>: Dies steht für “Keep it simple, stupid” und bedeutet, dass der Code so einfach wie möglich gehalten werden sollte. Komplexität führt zu mehr Fehlern, mehr Verwirrung und weniger Lesbarkeit. Um Komplexität zu reduzieren, sollte der Code in kleine und verständliche Einheiten aufgeteilt werden, die </a:t>
            </a:r>
            <a:r>
              <a:rPr lang="de-DE" smtClean="0"/>
              <a:t>jeweils eine </a:t>
            </a:r>
            <a:r>
              <a:rPr lang="de-DE"/>
              <a:t>klare Absicht haben.</a:t>
            </a:r>
          </a:p>
          <a:p>
            <a:pPr marL="0" lvl="0" indent="0">
              <a:buNone/>
            </a:pPr>
            <a:endParaRPr lang="de-DE"/>
          </a:p>
          <a:p>
            <a:pPr marL="0" lvl="0" indent="0">
              <a:buNone/>
            </a:pPr>
            <a:endParaRPr lang="de-DE" sz="2000" dirty="0"/>
          </a:p>
        </p:txBody>
      </p:sp>
    </p:spTree>
    <p:extLst>
      <p:ext uri="{BB962C8B-B14F-4D97-AF65-F5344CB8AC3E}">
        <p14:creationId xmlns:p14="http://schemas.microsoft.com/office/powerpoint/2010/main" val="1378297918"/>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umsplatzhalter 2"/>
          <p:cNvSpPr>
            <a:spLocks noGrp="1"/>
          </p:cNvSpPr>
          <p:nvPr>
            <p:ph type="dt" sz="half" idx="10"/>
          </p:nvPr>
        </p:nvSpPr>
        <p:spPr/>
        <p:txBody>
          <a:bodyPr/>
          <a:lstStyle/>
          <a:p>
            <a:fld id="{2C929609-5B6D-4D6B-87F3-9C2730465329}" type="datetime1">
              <a:rPr lang="de-DE" smtClean="0"/>
              <a:t>26.06.2023</a:t>
            </a:fld>
            <a:endParaRPr lang="de-DE"/>
          </a:p>
        </p:txBody>
      </p:sp>
      <p:sp>
        <p:nvSpPr>
          <p:cNvPr id="5" name="Foliennummernplatzhalter 4"/>
          <p:cNvSpPr>
            <a:spLocks noGrp="1"/>
          </p:cNvSpPr>
          <p:nvPr>
            <p:ph type="sldNum" sz="quarter" idx="12"/>
          </p:nvPr>
        </p:nvSpPr>
        <p:spPr/>
        <p:txBody>
          <a:bodyPr/>
          <a:lstStyle/>
          <a:p>
            <a:fld id="{220551C3-A462-45EE-8D4B-53AADAADD6D4}" type="slidenum">
              <a:rPr lang="de-DE" smtClean="0"/>
              <a:t>14</a:t>
            </a:fld>
            <a:endParaRPr lang="de-DE"/>
          </a:p>
        </p:txBody>
      </p:sp>
      <p:sp>
        <p:nvSpPr>
          <p:cNvPr id="22" name="Fußzeilenplatzhalter 2"/>
          <p:cNvSpPr>
            <a:spLocks noGrp="1"/>
          </p:cNvSpPr>
          <p:nvPr>
            <p:ph type="ftr" sz="quarter" idx="11"/>
          </p:nvPr>
        </p:nvSpPr>
        <p:spPr>
          <a:xfrm>
            <a:off x="5363852" y="6311900"/>
            <a:ext cx="4326902" cy="409575"/>
          </a:xfrm>
        </p:spPr>
        <p:txBody>
          <a:bodyPr vert="horz" lIns="91440" tIns="45720" rIns="91440" bIns="45720" rtlCol="0" anchor="ctr"/>
          <a:lstStyle/>
          <a:p>
            <a:endParaRPr lang="de-DE" sz="1400" b="1" i="1" dirty="0">
              <a:effectLst>
                <a:outerShdw blurRad="38100" dist="38100" dir="2700000" algn="tl">
                  <a:srgbClr val="000000">
                    <a:alpha val="43137"/>
                  </a:srgbClr>
                </a:outerShdw>
              </a:effectLst>
              <a:latin typeface="+mj-lt"/>
              <a:cs typeface="Arial" panose="020B0604020202020204" pitchFamily="34" charset="0"/>
            </a:endParaRPr>
          </a:p>
        </p:txBody>
      </p:sp>
      <p:sp>
        <p:nvSpPr>
          <p:cNvPr id="14" name="Titel 10"/>
          <p:cNvSpPr>
            <a:spLocks noGrp="1"/>
          </p:cNvSpPr>
          <p:nvPr>
            <p:ph type="title"/>
          </p:nvPr>
        </p:nvSpPr>
        <p:spPr>
          <a:xfrm>
            <a:off x="362422" y="550865"/>
            <a:ext cx="8559156" cy="720725"/>
          </a:xfrm>
        </p:spPr>
        <p:txBody>
          <a:bodyPr>
            <a:normAutofit fontScale="90000"/>
          </a:bodyPr>
          <a:lstStyle/>
          <a:p>
            <a:r>
              <a:rPr lang="de-DE" smtClean="0">
                <a:effectLst>
                  <a:outerShdw blurRad="38100" dist="38100" dir="2700000" algn="tl">
                    <a:srgbClr val="000000">
                      <a:alpha val="43137"/>
                    </a:srgbClr>
                  </a:outerShdw>
                </a:effectLst>
              </a:rPr>
              <a:t>1.3 Weitere OOP Designprinzipien</a:t>
            </a:r>
            <a:r>
              <a:rPr lang="de-DE" dirty="0"/>
              <a:t/>
            </a:r>
            <a:br>
              <a:rPr lang="de-DE" dirty="0"/>
            </a:br>
            <a:r>
              <a:rPr lang="de-DE" dirty="0"/>
              <a:t/>
            </a:r>
            <a:br>
              <a:rPr lang="de-DE" dirty="0"/>
            </a:br>
            <a:r>
              <a:rPr lang="de-DE" dirty="0" smtClean="0">
                <a:effectLst>
                  <a:outerShdw blurRad="38100" dist="38100" dir="2700000" algn="tl">
                    <a:srgbClr val="000000">
                      <a:alpha val="43137"/>
                    </a:srgbClr>
                  </a:outerShdw>
                </a:effectLst>
              </a:rPr>
              <a:t> </a:t>
            </a:r>
            <a:endParaRPr lang="de-DE" dirty="0"/>
          </a:p>
        </p:txBody>
      </p:sp>
      <p:pic>
        <p:nvPicPr>
          <p:cNvPr id="16" name="Grafik 1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267709" y="0"/>
            <a:ext cx="1000883" cy="839038"/>
          </a:xfrm>
          <a:prstGeom prst="rect">
            <a:avLst/>
          </a:prstGeom>
        </p:spPr>
      </p:pic>
      <p:sp>
        <p:nvSpPr>
          <p:cNvPr id="18" name="Textplatzhalter 1"/>
          <p:cNvSpPr>
            <a:spLocks noGrp="1"/>
          </p:cNvSpPr>
          <p:nvPr>
            <p:ph type="body" sz="quarter" idx="14"/>
          </p:nvPr>
        </p:nvSpPr>
        <p:spPr>
          <a:xfrm>
            <a:off x="362422" y="1463581"/>
            <a:ext cx="11495753" cy="4419877"/>
          </a:xfrm>
        </p:spPr>
        <p:txBody>
          <a:bodyPr>
            <a:normAutofit/>
          </a:bodyPr>
          <a:lstStyle/>
          <a:p>
            <a:pPr marL="0" lvl="0" indent="0">
              <a:buNone/>
            </a:pPr>
            <a:r>
              <a:rPr lang="de-DE" b="1" smtClean="0"/>
              <a:t>YAGNI</a:t>
            </a:r>
            <a:r>
              <a:rPr lang="de-DE" smtClean="0"/>
              <a:t>:</a:t>
            </a:r>
            <a:r>
              <a:rPr lang="de-DE" b="1" smtClean="0"/>
              <a:t> </a:t>
            </a:r>
          </a:p>
          <a:p>
            <a:pPr marL="0" lvl="0" indent="0">
              <a:buNone/>
            </a:pPr>
            <a:r>
              <a:rPr lang="de-DE" smtClean="0"/>
              <a:t>Dies </a:t>
            </a:r>
            <a:r>
              <a:rPr lang="de-DE"/>
              <a:t>steht für “You ain’t gonna need it” und bedeutet, dass keine unnötigen Funktionen oder Komponenten implementiert werden sollten. Oft neigen Entwickler dazu, vorauszudenken und Funktionen hinzuzufügen, die sie für zukünftige Anforderungen benötigen könnten. </a:t>
            </a:r>
            <a:endParaRPr lang="de-DE" smtClean="0"/>
          </a:p>
          <a:p>
            <a:pPr marL="0" lvl="0" indent="0">
              <a:buNone/>
            </a:pPr>
            <a:r>
              <a:rPr lang="de-DE" smtClean="0"/>
              <a:t>Dies </a:t>
            </a:r>
            <a:r>
              <a:rPr lang="de-DE"/>
              <a:t>führt jedoch zu mehr Aufwand, mehr Komplexität und mehr </a:t>
            </a:r>
            <a:r>
              <a:rPr lang="de-DE" smtClean="0"/>
              <a:t>technischen </a:t>
            </a:r>
            <a:r>
              <a:rPr lang="de-DE"/>
              <a:t>Schulden. Um dies zu vermeiden, sollte der Code nur das implementieren, was aktuell benötigt wird, und erst dann erweitert werden, wenn sich die Anforderungen ändern.</a:t>
            </a:r>
          </a:p>
          <a:p>
            <a:pPr marL="0" lvl="0" indent="0">
              <a:buNone/>
            </a:pPr>
            <a:endParaRPr lang="de-DE" sz="2000" dirty="0"/>
          </a:p>
        </p:txBody>
      </p:sp>
    </p:spTree>
    <p:extLst>
      <p:ext uri="{BB962C8B-B14F-4D97-AF65-F5344CB8AC3E}">
        <p14:creationId xmlns:p14="http://schemas.microsoft.com/office/powerpoint/2010/main" val="1082933091"/>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umsplatzhalter 1"/>
          <p:cNvSpPr>
            <a:spLocks noGrp="1"/>
          </p:cNvSpPr>
          <p:nvPr>
            <p:ph type="dt" sz="half" idx="10"/>
          </p:nvPr>
        </p:nvSpPr>
        <p:spPr/>
        <p:txBody>
          <a:bodyPr/>
          <a:lstStyle/>
          <a:p>
            <a:fld id="{1A1EF246-A331-40BD-9B13-8D4FB18E633C}" type="datetime1">
              <a:rPr lang="de-DE" smtClean="0"/>
              <a:t>26.06.2023</a:t>
            </a:fld>
            <a:endParaRPr lang="de-DE"/>
          </a:p>
        </p:txBody>
      </p:sp>
      <p:sp>
        <p:nvSpPr>
          <p:cNvPr id="4" name="Foliennummernplatzhalter 3"/>
          <p:cNvSpPr>
            <a:spLocks noGrp="1"/>
          </p:cNvSpPr>
          <p:nvPr>
            <p:ph type="sldNum" sz="quarter" idx="12"/>
          </p:nvPr>
        </p:nvSpPr>
        <p:spPr/>
        <p:txBody>
          <a:bodyPr/>
          <a:lstStyle/>
          <a:p>
            <a:fld id="{220551C3-A462-45EE-8D4B-53AADAADD6D4}" type="slidenum">
              <a:rPr lang="de-DE" smtClean="0"/>
              <a:t>15</a:t>
            </a:fld>
            <a:endParaRPr lang="de-DE"/>
          </a:p>
        </p:txBody>
      </p:sp>
      <p:sp>
        <p:nvSpPr>
          <p:cNvPr id="7" name="Textplatzhalter 6"/>
          <p:cNvSpPr>
            <a:spLocks noGrp="1"/>
          </p:cNvSpPr>
          <p:nvPr>
            <p:ph type="body" sz="quarter" idx="13"/>
          </p:nvPr>
        </p:nvSpPr>
        <p:spPr/>
        <p:txBody>
          <a:bodyPr/>
          <a:lstStyle/>
          <a:p>
            <a:r>
              <a:rPr lang="de-DE" dirty="0" smtClean="0"/>
              <a:t>VIELEN DANK!</a:t>
            </a:r>
            <a:endParaRPr lang="de-DE" dirty="0"/>
          </a:p>
        </p:txBody>
      </p:sp>
      <p:grpSp>
        <p:nvGrpSpPr>
          <p:cNvPr id="8" name="Grafik 127" descr="Gruppenerfolg">
            <a:extLst>
              <a:ext uri="{FF2B5EF4-FFF2-40B4-BE49-F238E27FC236}">
                <a16:creationId xmlns:a16="http://schemas.microsoft.com/office/drawing/2014/main" id="{B1AEA3CB-529A-43D3-BF54-B3A291B5B89A}"/>
              </a:ext>
            </a:extLst>
          </p:cNvPr>
          <p:cNvGrpSpPr/>
          <p:nvPr/>
        </p:nvGrpSpPr>
        <p:grpSpPr>
          <a:xfrm>
            <a:off x="5773243" y="4981866"/>
            <a:ext cx="1656909" cy="1118841"/>
            <a:chOff x="6764943" y="3423412"/>
            <a:chExt cx="619669" cy="418437"/>
          </a:xfrm>
          <a:solidFill>
            <a:srgbClr val="0071B2"/>
          </a:solidFill>
        </p:grpSpPr>
        <p:sp>
          <p:nvSpPr>
            <p:cNvPr id="9" name="Freihandform: Form 179">
              <a:extLst>
                <a:ext uri="{FF2B5EF4-FFF2-40B4-BE49-F238E27FC236}">
                  <a16:creationId xmlns:a16="http://schemas.microsoft.com/office/drawing/2014/main" id="{83C0AB4F-B2FF-48B2-8B01-EEAE4874DA4F}"/>
                </a:ext>
              </a:extLst>
            </p:cNvPr>
            <p:cNvSpPr/>
            <p:nvPr/>
          </p:nvSpPr>
          <p:spPr>
            <a:xfrm>
              <a:off x="7259415" y="3427915"/>
              <a:ext cx="73916" cy="73916"/>
            </a:xfrm>
            <a:custGeom>
              <a:avLst/>
              <a:gdLst>
                <a:gd name="connsiteX0" fmla="*/ 73917 w 73916"/>
                <a:gd name="connsiteY0" fmla="*/ 36958 h 73916"/>
                <a:gd name="connsiteX1" fmla="*/ 36958 w 73916"/>
                <a:gd name="connsiteY1" fmla="*/ 73917 h 73916"/>
                <a:gd name="connsiteX2" fmla="*/ 0 w 73916"/>
                <a:gd name="connsiteY2" fmla="*/ 36958 h 73916"/>
                <a:gd name="connsiteX3" fmla="*/ 36958 w 73916"/>
                <a:gd name="connsiteY3" fmla="*/ 0 h 73916"/>
                <a:gd name="connsiteX4" fmla="*/ 73917 w 73916"/>
                <a:gd name="connsiteY4" fmla="*/ 36958 h 739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3916" h="73916">
                  <a:moveTo>
                    <a:pt x="73917" y="36958"/>
                  </a:moveTo>
                  <a:cubicBezTo>
                    <a:pt x="73917" y="57370"/>
                    <a:pt x="57370" y="73917"/>
                    <a:pt x="36958" y="73917"/>
                  </a:cubicBezTo>
                  <a:cubicBezTo>
                    <a:pt x="16547" y="73917"/>
                    <a:pt x="0" y="57370"/>
                    <a:pt x="0" y="36958"/>
                  </a:cubicBezTo>
                  <a:cubicBezTo>
                    <a:pt x="0" y="16547"/>
                    <a:pt x="16547" y="0"/>
                    <a:pt x="36958" y="0"/>
                  </a:cubicBezTo>
                  <a:cubicBezTo>
                    <a:pt x="57370" y="0"/>
                    <a:pt x="73917" y="16547"/>
                    <a:pt x="73917" y="36958"/>
                  </a:cubicBezTo>
                  <a:close/>
                </a:path>
              </a:pathLst>
            </a:custGeom>
            <a:grpFill/>
            <a:ln w="7342" cap="flat">
              <a:noFill/>
              <a:prstDash val="solid"/>
              <a:miter/>
            </a:ln>
          </p:spPr>
          <p:txBody>
            <a:bodyPr rtlCol="0" anchor="ctr"/>
            <a:lstStyle/>
            <a:p>
              <a:endParaRPr lang="de-DE"/>
            </a:p>
          </p:txBody>
        </p:sp>
        <p:sp>
          <p:nvSpPr>
            <p:cNvPr id="10" name="Freihandform: Form 180">
              <a:extLst>
                <a:ext uri="{FF2B5EF4-FFF2-40B4-BE49-F238E27FC236}">
                  <a16:creationId xmlns:a16="http://schemas.microsoft.com/office/drawing/2014/main" id="{0397E236-998B-4584-8060-2EAAEEB496B8}"/>
                </a:ext>
              </a:extLst>
            </p:cNvPr>
            <p:cNvSpPr/>
            <p:nvPr/>
          </p:nvSpPr>
          <p:spPr>
            <a:xfrm>
              <a:off x="7111582" y="3427915"/>
              <a:ext cx="73916" cy="73916"/>
            </a:xfrm>
            <a:custGeom>
              <a:avLst/>
              <a:gdLst>
                <a:gd name="connsiteX0" fmla="*/ 73917 w 73916"/>
                <a:gd name="connsiteY0" fmla="*/ 36958 h 73916"/>
                <a:gd name="connsiteX1" fmla="*/ 36958 w 73916"/>
                <a:gd name="connsiteY1" fmla="*/ 73917 h 73916"/>
                <a:gd name="connsiteX2" fmla="*/ 0 w 73916"/>
                <a:gd name="connsiteY2" fmla="*/ 36958 h 73916"/>
                <a:gd name="connsiteX3" fmla="*/ 36958 w 73916"/>
                <a:gd name="connsiteY3" fmla="*/ 0 h 73916"/>
                <a:gd name="connsiteX4" fmla="*/ 73917 w 73916"/>
                <a:gd name="connsiteY4" fmla="*/ 36958 h 739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3916" h="73916">
                  <a:moveTo>
                    <a:pt x="73917" y="36958"/>
                  </a:moveTo>
                  <a:cubicBezTo>
                    <a:pt x="73917" y="57370"/>
                    <a:pt x="57370" y="73917"/>
                    <a:pt x="36958" y="73917"/>
                  </a:cubicBezTo>
                  <a:cubicBezTo>
                    <a:pt x="16547" y="73917"/>
                    <a:pt x="0" y="57370"/>
                    <a:pt x="0" y="36958"/>
                  </a:cubicBezTo>
                  <a:cubicBezTo>
                    <a:pt x="0" y="16547"/>
                    <a:pt x="16547" y="0"/>
                    <a:pt x="36958" y="0"/>
                  </a:cubicBezTo>
                  <a:cubicBezTo>
                    <a:pt x="57370" y="0"/>
                    <a:pt x="73917" y="16547"/>
                    <a:pt x="73917" y="36958"/>
                  </a:cubicBezTo>
                  <a:close/>
                </a:path>
              </a:pathLst>
            </a:custGeom>
            <a:grpFill/>
            <a:ln w="7342" cap="flat">
              <a:noFill/>
              <a:prstDash val="solid"/>
              <a:miter/>
            </a:ln>
          </p:spPr>
          <p:txBody>
            <a:bodyPr rtlCol="0" anchor="ctr"/>
            <a:lstStyle/>
            <a:p>
              <a:endParaRPr lang="de-DE"/>
            </a:p>
          </p:txBody>
        </p:sp>
        <p:sp>
          <p:nvSpPr>
            <p:cNvPr id="11" name="Freihandform: Form 181">
              <a:extLst>
                <a:ext uri="{FF2B5EF4-FFF2-40B4-BE49-F238E27FC236}">
                  <a16:creationId xmlns:a16="http://schemas.microsoft.com/office/drawing/2014/main" id="{16928ED2-C07E-4785-8197-7CC30C3379AD}"/>
                </a:ext>
              </a:extLst>
            </p:cNvPr>
            <p:cNvSpPr/>
            <p:nvPr/>
          </p:nvSpPr>
          <p:spPr>
            <a:xfrm>
              <a:off x="6963749" y="3427915"/>
              <a:ext cx="73916" cy="73916"/>
            </a:xfrm>
            <a:custGeom>
              <a:avLst/>
              <a:gdLst>
                <a:gd name="connsiteX0" fmla="*/ 73917 w 73916"/>
                <a:gd name="connsiteY0" fmla="*/ 36958 h 73916"/>
                <a:gd name="connsiteX1" fmla="*/ 36958 w 73916"/>
                <a:gd name="connsiteY1" fmla="*/ 73917 h 73916"/>
                <a:gd name="connsiteX2" fmla="*/ 0 w 73916"/>
                <a:gd name="connsiteY2" fmla="*/ 36958 h 73916"/>
                <a:gd name="connsiteX3" fmla="*/ 36958 w 73916"/>
                <a:gd name="connsiteY3" fmla="*/ 0 h 73916"/>
                <a:gd name="connsiteX4" fmla="*/ 73917 w 73916"/>
                <a:gd name="connsiteY4" fmla="*/ 36958 h 739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3916" h="73916">
                  <a:moveTo>
                    <a:pt x="73917" y="36958"/>
                  </a:moveTo>
                  <a:cubicBezTo>
                    <a:pt x="73917" y="57370"/>
                    <a:pt x="57370" y="73917"/>
                    <a:pt x="36958" y="73917"/>
                  </a:cubicBezTo>
                  <a:cubicBezTo>
                    <a:pt x="16547" y="73917"/>
                    <a:pt x="0" y="57370"/>
                    <a:pt x="0" y="36958"/>
                  </a:cubicBezTo>
                  <a:cubicBezTo>
                    <a:pt x="0" y="16547"/>
                    <a:pt x="16547" y="0"/>
                    <a:pt x="36958" y="0"/>
                  </a:cubicBezTo>
                  <a:cubicBezTo>
                    <a:pt x="57370" y="0"/>
                    <a:pt x="73917" y="16547"/>
                    <a:pt x="73917" y="36958"/>
                  </a:cubicBezTo>
                  <a:close/>
                </a:path>
              </a:pathLst>
            </a:custGeom>
            <a:grpFill/>
            <a:ln w="7342" cap="flat">
              <a:noFill/>
              <a:prstDash val="solid"/>
              <a:miter/>
            </a:ln>
          </p:spPr>
          <p:txBody>
            <a:bodyPr rtlCol="0" anchor="ctr"/>
            <a:lstStyle/>
            <a:p>
              <a:endParaRPr lang="de-DE"/>
            </a:p>
          </p:txBody>
        </p:sp>
        <p:sp>
          <p:nvSpPr>
            <p:cNvPr id="12" name="Freihandform: Form 182">
              <a:extLst>
                <a:ext uri="{FF2B5EF4-FFF2-40B4-BE49-F238E27FC236}">
                  <a16:creationId xmlns:a16="http://schemas.microsoft.com/office/drawing/2014/main" id="{EAFD5657-18FA-4723-A9AE-B61E45511EAB}"/>
                </a:ext>
              </a:extLst>
            </p:cNvPr>
            <p:cNvSpPr/>
            <p:nvPr/>
          </p:nvSpPr>
          <p:spPr>
            <a:xfrm>
              <a:off x="6815915" y="3427915"/>
              <a:ext cx="73916" cy="73916"/>
            </a:xfrm>
            <a:custGeom>
              <a:avLst/>
              <a:gdLst>
                <a:gd name="connsiteX0" fmla="*/ 73917 w 73916"/>
                <a:gd name="connsiteY0" fmla="*/ 36958 h 73916"/>
                <a:gd name="connsiteX1" fmla="*/ 36958 w 73916"/>
                <a:gd name="connsiteY1" fmla="*/ 73917 h 73916"/>
                <a:gd name="connsiteX2" fmla="*/ 0 w 73916"/>
                <a:gd name="connsiteY2" fmla="*/ 36958 h 73916"/>
                <a:gd name="connsiteX3" fmla="*/ 36958 w 73916"/>
                <a:gd name="connsiteY3" fmla="*/ 0 h 73916"/>
                <a:gd name="connsiteX4" fmla="*/ 73917 w 73916"/>
                <a:gd name="connsiteY4" fmla="*/ 36958 h 739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3916" h="73916">
                  <a:moveTo>
                    <a:pt x="73917" y="36958"/>
                  </a:moveTo>
                  <a:cubicBezTo>
                    <a:pt x="73917" y="57370"/>
                    <a:pt x="57370" y="73917"/>
                    <a:pt x="36958" y="73917"/>
                  </a:cubicBezTo>
                  <a:cubicBezTo>
                    <a:pt x="16547" y="73917"/>
                    <a:pt x="0" y="57370"/>
                    <a:pt x="0" y="36958"/>
                  </a:cubicBezTo>
                  <a:cubicBezTo>
                    <a:pt x="0" y="16547"/>
                    <a:pt x="16547" y="0"/>
                    <a:pt x="36958" y="0"/>
                  </a:cubicBezTo>
                  <a:cubicBezTo>
                    <a:pt x="57370" y="0"/>
                    <a:pt x="73917" y="16547"/>
                    <a:pt x="73917" y="36958"/>
                  </a:cubicBezTo>
                  <a:close/>
                </a:path>
              </a:pathLst>
            </a:custGeom>
            <a:grpFill/>
            <a:ln w="7342" cap="flat">
              <a:noFill/>
              <a:prstDash val="solid"/>
              <a:miter/>
            </a:ln>
          </p:spPr>
          <p:txBody>
            <a:bodyPr rtlCol="0" anchor="ctr"/>
            <a:lstStyle/>
            <a:p>
              <a:endParaRPr lang="de-DE"/>
            </a:p>
          </p:txBody>
        </p:sp>
        <p:sp>
          <p:nvSpPr>
            <p:cNvPr id="13" name="Freihandform: Form 183">
              <a:extLst>
                <a:ext uri="{FF2B5EF4-FFF2-40B4-BE49-F238E27FC236}">
                  <a16:creationId xmlns:a16="http://schemas.microsoft.com/office/drawing/2014/main" id="{93F96C60-0AEE-4A75-8162-D9D7D87FD848}"/>
                </a:ext>
              </a:extLst>
            </p:cNvPr>
            <p:cNvSpPr/>
            <p:nvPr/>
          </p:nvSpPr>
          <p:spPr>
            <a:xfrm>
              <a:off x="6764943" y="3423412"/>
              <a:ext cx="619669" cy="418437"/>
            </a:xfrm>
            <a:custGeom>
              <a:avLst/>
              <a:gdLst>
                <a:gd name="connsiteX0" fmla="*/ 609633 w 619669"/>
                <a:gd name="connsiteY0" fmla="*/ 882 h 418437"/>
                <a:gd name="connsiteX1" fmla="*/ 590709 w 619669"/>
                <a:gd name="connsiteY1" fmla="*/ 9769 h 418437"/>
                <a:gd name="connsiteX2" fmla="*/ 590562 w 619669"/>
                <a:gd name="connsiteY2" fmla="*/ 10196 h 418437"/>
                <a:gd name="connsiteX3" fmla="*/ 562991 w 619669"/>
                <a:gd name="connsiteY3" fmla="*/ 91504 h 418437"/>
                <a:gd name="connsiteX4" fmla="*/ 531429 w 619669"/>
                <a:gd name="connsiteY4" fmla="*/ 85812 h 418437"/>
                <a:gd name="connsiteX5" fmla="*/ 499497 w 619669"/>
                <a:gd name="connsiteY5" fmla="*/ 91578 h 418437"/>
                <a:gd name="connsiteX6" fmla="*/ 472296 w 619669"/>
                <a:gd name="connsiteY6" fmla="*/ 10196 h 418437"/>
                <a:gd name="connsiteX7" fmla="*/ 452235 w 619669"/>
                <a:gd name="connsiteY7" fmla="*/ 1280 h 418437"/>
                <a:gd name="connsiteX8" fmla="*/ 443320 w 619669"/>
                <a:gd name="connsiteY8" fmla="*/ 10196 h 418437"/>
                <a:gd name="connsiteX9" fmla="*/ 415749 w 619669"/>
                <a:gd name="connsiteY9" fmla="*/ 91504 h 418437"/>
                <a:gd name="connsiteX10" fmla="*/ 383596 w 619669"/>
                <a:gd name="connsiteY10" fmla="*/ 85812 h 418437"/>
                <a:gd name="connsiteX11" fmla="*/ 351664 w 619669"/>
                <a:gd name="connsiteY11" fmla="*/ 91504 h 418437"/>
                <a:gd name="connsiteX12" fmla="*/ 324462 w 619669"/>
                <a:gd name="connsiteY12" fmla="*/ 10196 h 418437"/>
                <a:gd name="connsiteX13" fmla="*/ 304402 w 619669"/>
                <a:gd name="connsiteY13" fmla="*/ 1280 h 418437"/>
                <a:gd name="connsiteX14" fmla="*/ 295487 w 619669"/>
                <a:gd name="connsiteY14" fmla="*/ 10196 h 418437"/>
                <a:gd name="connsiteX15" fmla="*/ 267990 w 619669"/>
                <a:gd name="connsiteY15" fmla="*/ 91504 h 418437"/>
                <a:gd name="connsiteX16" fmla="*/ 235762 w 619669"/>
                <a:gd name="connsiteY16" fmla="*/ 85812 h 418437"/>
                <a:gd name="connsiteX17" fmla="*/ 203830 w 619669"/>
                <a:gd name="connsiteY17" fmla="*/ 91578 h 418437"/>
                <a:gd name="connsiteX18" fmla="*/ 176629 w 619669"/>
                <a:gd name="connsiteY18" fmla="*/ 10196 h 418437"/>
                <a:gd name="connsiteX19" fmla="*/ 156569 w 619669"/>
                <a:gd name="connsiteY19" fmla="*/ 1280 h 418437"/>
                <a:gd name="connsiteX20" fmla="*/ 147654 w 619669"/>
                <a:gd name="connsiteY20" fmla="*/ 10196 h 418437"/>
                <a:gd name="connsiteX21" fmla="*/ 120083 w 619669"/>
                <a:gd name="connsiteY21" fmla="*/ 91504 h 418437"/>
                <a:gd name="connsiteX22" fmla="*/ 87929 w 619669"/>
                <a:gd name="connsiteY22" fmla="*/ 85812 h 418437"/>
                <a:gd name="connsiteX23" fmla="*/ 55997 w 619669"/>
                <a:gd name="connsiteY23" fmla="*/ 91578 h 418437"/>
                <a:gd name="connsiteX24" fmla="*/ 28796 w 619669"/>
                <a:gd name="connsiteY24" fmla="*/ 10196 h 418437"/>
                <a:gd name="connsiteX25" fmla="*/ 10058 w 619669"/>
                <a:gd name="connsiteY25" fmla="*/ 919 h 418437"/>
                <a:gd name="connsiteX26" fmla="*/ 781 w 619669"/>
                <a:gd name="connsiteY26" fmla="*/ 19657 h 418437"/>
                <a:gd name="connsiteX27" fmla="*/ 37296 w 619669"/>
                <a:gd name="connsiteY27" fmla="*/ 127501 h 418437"/>
                <a:gd name="connsiteX28" fmla="*/ 50971 w 619669"/>
                <a:gd name="connsiteY28" fmla="*/ 137554 h 418437"/>
                <a:gd name="connsiteX29" fmla="*/ 50971 w 619669"/>
                <a:gd name="connsiteY29" fmla="*/ 181904 h 418437"/>
                <a:gd name="connsiteX30" fmla="*/ 28796 w 619669"/>
                <a:gd name="connsiteY30" fmla="*/ 292779 h 418437"/>
                <a:gd name="connsiteX31" fmla="*/ 50971 w 619669"/>
                <a:gd name="connsiteY31" fmla="*/ 292779 h 418437"/>
                <a:gd name="connsiteX32" fmla="*/ 50971 w 619669"/>
                <a:gd name="connsiteY32" fmla="*/ 418438 h 418437"/>
                <a:gd name="connsiteX33" fmla="*/ 80537 w 619669"/>
                <a:gd name="connsiteY33" fmla="*/ 418438 h 418437"/>
                <a:gd name="connsiteX34" fmla="*/ 80537 w 619669"/>
                <a:gd name="connsiteY34" fmla="*/ 292779 h 418437"/>
                <a:gd name="connsiteX35" fmla="*/ 95321 w 619669"/>
                <a:gd name="connsiteY35" fmla="*/ 292779 h 418437"/>
                <a:gd name="connsiteX36" fmla="*/ 95321 w 619669"/>
                <a:gd name="connsiteY36" fmla="*/ 418438 h 418437"/>
                <a:gd name="connsiteX37" fmla="*/ 124887 w 619669"/>
                <a:gd name="connsiteY37" fmla="*/ 418438 h 418437"/>
                <a:gd name="connsiteX38" fmla="*/ 124887 w 619669"/>
                <a:gd name="connsiteY38" fmla="*/ 292779 h 418437"/>
                <a:gd name="connsiteX39" fmla="*/ 147062 w 619669"/>
                <a:gd name="connsiteY39" fmla="*/ 292779 h 418437"/>
                <a:gd name="connsiteX40" fmla="*/ 124887 w 619669"/>
                <a:gd name="connsiteY40" fmla="*/ 181904 h 418437"/>
                <a:gd name="connsiteX41" fmla="*/ 124887 w 619669"/>
                <a:gd name="connsiteY41" fmla="*/ 137554 h 418437"/>
                <a:gd name="connsiteX42" fmla="*/ 138858 w 619669"/>
                <a:gd name="connsiteY42" fmla="*/ 127501 h 418437"/>
                <a:gd name="connsiteX43" fmla="*/ 161846 w 619669"/>
                <a:gd name="connsiteY43" fmla="*/ 59646 h 418437"/>
                <a:gd name="connsiteX44" fmla="*/ 184834 w 619669"/>
                <a:gd name="connsiteY44" fmla="*/ 127501 h 418437"/>
                <a:gd name="connsiteX45" fmla="*/ 198804 w 619669"/>
                <a:gd name="connsiteY45" fmla="*/ 137554 h 418437"/>
                <a:gd name="connsiteX46" fmla="*/ 198804 w 619669"/>
                <a:gd name="connsiteY46" fmla="*/ 418438 h 418437"/>
                <a:gd name="connsiteX47" fmla="*/ 228371 w 619669"/>
                <a:gd name="connsiteY47" fmla="*/ 418438 h 418437"/>
                <a:gd name="connsiteX48" fmla="*/ 228371 w 619669"/>
                <a:gd name="connsiteY48" fmla="*/ 248429 h 418437"/>
                <a:gd name="connsiteX49" fmla="*/ 243154 w 619669"/>
                <a:gd name="connsiteY49" fmla="*/ 248429 h 418437"/>
                <a:gd name="connsiteX50" fmla="*/ 243154 w 619669"/>
                <a:gd name="connsiteY50" fmla="*/ 418438 h 418437"/>
                <a:gd name="connsiteX51" fmla="*/ 272721 w 619669"/>
                <a:gd name="connsiteY51" fmla="*/ 418438 h 418437"/>
                <a:gd name="connsiteX52" fmla="*/ 272721 w 619669"/>
                <a:gd name="connsiteY52" fmla="*/ 137554 h 418437"/>
                <a:gd name="connsiteX53" fmla="*/ 286691 w 619669"/>
                <a:gd name="connsiteY53" fmla="*/ 127501 h 418437"/>
                <a:gd name="connsiteX54" fmla="*/ 309679 w 619669"/>
                <a:gd name="connsiteY54" fmla="*/ 59646 h 418437"/>
                <a:gd name="connsiteX55" fmla="*/ 332667 w 619669"/>
                <a:gd name="connsiteY55" fmla="*/ 127501 h 418437"/>
                <a:gd name="connsiteX56" fmla="*/ 346637 w 619669"/>
                <a:gd name="connsiteY56" fmla="*/ 137554 h 418437"/>
                <a:gd name="connsiteX57" fmla="*/ 346637 w 619669"/>
                <a:gd name="connsiteY57" fmla="*/ 181904 h 418437"/>
                <a:gd name="connsiteX58" fmla="*/ 324462 w 619669"/>
                <a:gd name="connsiteY58" fmla="*/ 292779 h 418437"/>
                <a:gd name="connsiteX59" fmla="*/ 346637 w 619669"/>
                <a:gd name="connsiteY59" fmla="*/ 292779 h 418437"/>
                <a:gd name="connsiteX60" fmla="*/ 346637 w 619669"/>
                <a:gd name="connsiteY60" fmla="*/ 418438 h 418437"/>
                <a:gd name="connsiteX61" fmla="*/ 376204 w 619669"/>
                <a:gd name="connsiteY61" fmla="*/ 418438 h 418437"/>
                <a:gd name="connsiteX62" fmla="*/ 376204 w 619669"/>
                <a:gd name="connsiteY62" fmla="*/ 292779 h 418437"/>
                <a:gd name="connsiteX63" fmla="*/ 390987 w 619669"/>
                <a:gd name="connsiteY63" fmla="*/ 292779 h 418437"/>
                <a:gd name="connsiteX64" fmla="*/ 390987 w 619669"/>
                <a:gd name="connsiteY64" fmla="*/ 418438 h 418437"/>
                <a:gd name="connsiteX65" fmla="*/ 420554 w 619669"/>
                <a:gd name="connsiteY65" fmla="*/ 418438 h 418437"/>
                <a:gd name="connsiteX66" fmla="*/ 420554 w 619669"/>
                <a:gd name="connsiteY66" fmla="*/ 292779 h 418437"/>
                <a:gd name="connsiteX67" fmla="*/ 442729 w 619669"/>
                <a:gd name="connsiteY67" fmla="*/ 292779 h 418437"/>
                <a:gd name="connsiteX68" fmla="*/ 420554 w 619669"/>
                <a:gd name="connsiteY68" fmla="*/ 181904 h 418437"/>
                <a:gd name="connsiteX69" fmla="*/ 420554 w 619669"/>
                <a:gd name="connsiteY69" fmla="*/ 137554 h 418437"/>
                <a:gd name="connsiteX70" fmla="*/ 434524 w 619669"/>
                <a:gd name="connsiteY70" fmla="*/ 127501 h 418437"/>
                <a:gd name="connsiteX71" fmla="*/ 457512 w 619669"/>
                <a:gd name="connsiteY71" fmla="*/ 59646 h 418437"/>
                <a:gd name="connsiteX72" fmla="*/ 480500 w 619669"/>
                <a:gd name="connsiteY72" fmla="*/ 127501 h 418437"/>
                <a:gd name="connsiteX73" fmla="*/ 494471 w 619669"/>
                <a:gd name="connsiteY73" fmla="*/ 137554 h 418437"/>
                <a:gd name="connsiteX74" fmla="*/ 494471 w 619669"/>
                <a:gd name="connsiteY74" fmla="*/ 418438 h 418437"/>
                <a:gd name="connsiteX75" fmla="*/ 524037 w 619669"/>
                <a:gd name="connsiteY75" fmla="*/ 418438 h 418437"/>
                <a:gd name="connsiteX76" fmla="*/ 524037 w 619669"/>
                <a:gd name="connsiteY76" fmla="*/ 248429 h 418437"/>
                <a:gd name="connsiteX77" fmla="*/ 538821 w 619669"/>
                <a:gd name="connsiteY77" fmla="*/ 248429 h 418437"/>
                <a:gd name="connsiteX78" fmla="*/ 538821 w 619669"/>
                <a:gd name="connsiteY78" fmla="*/ 418438 h 418437"/>
                <a:gd name="connsiteX79" fmla="*/ 568387 w 619669"/>
                <a:gd name="connsiteY79" fmla="*/ 418438 h 418437"/>
                <a:gd name="connsiteX80" fmla="*/ 568387 w 619669"/>
                <a:gd name="connsiteY80" fmla="*/ 137554 h 418437"/>
                <a:gd name="connsiteX81" fmla="*/ 582358 w 619669"/>
                <a:gd name="connsiteY81" fmla="*/ 127501 h 418437"/>
                <a:gd name="connsiteX82" fmla="*/ 618873 w 619669"/>
                <a:gd name="connsiteY82" fmla="*/ 19657 h 418437"/>
                <a:gd name="connsiteX83" fmla="*/ 609657 w 619669"/>
                <a:gd name="connsiteY83" fmla="*/ 890 h 418437"/>
                <a:gd name="connsiteX84" fmla="*/ 609633 w 619669"/>
                <a:gd name="connsiteY84" fmla="*/ 882 h 4184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619669" h="418437">
                  <a:moveTo>
                    <a:pt x="609633" y="882"/>
                  </a:moveTo>
                  <a:cubicBezTo>
                    <a:pt x="601953" y="-1890"/>
                    <a:pt x="593481" y="2089"/>
                    <a:pt x="590709" y="9769"/>
                  </a:cubicBezTo>
                  <a:cubicBezTo>
                    <a:pt x="590658" y="9910"/>
                    <a:pt x="590609" y="10053"/>
                    <a:pt x="590562" y="10196"/>
                  </a:cubicBezTo>
                  <a:lnTo>
                    <a:pt x="562991" y="91504"/>
                  </a:lnTo>
                  <a:cubicBezTo>
                    <a:pt x="552806" y="88074"/>
                    <a:pt x="542171" y="86156"/>
                    <a:pt x="531429" y="85812"/>
                  </a:cubicBezTo>
                  <a:cubicBezTo>
                    <a:pt x="520558" y="86140"/>
                    <a:pt x="509796" y="88082"/>
                    <a:pt x="499497" y="91578"/>
                  </a:cubicBezTo>
                  <a:lnTo>
                    <a:pt x="472296" y="10196"/>
                  </a:lnTo>
                  <a:cubicBezTo>
                    <a:pt x="469218" y="2194"/>
                    <a:pt x="460237" y="-1797"/>
                    <a:pt x="452235" y="1280"/>
                  </a:cubicBezTo>
                  <a:cubicBezTo>
                    <a:pt x="448136" y="2857"/>
                    <a:pt x="444897" y="6097"/>
                    <a:pt x="443320" y="10196"/>
                  </a:cubicBezTo>
                  <a:lnTo>
                    <a:pt x="415749" y="91504"/>
                  </a:lnTo>
                  <a:cubicBezTo>
                    <a:pt x="405376" y="88010"/>
                    <a:pt x="394538" y="86092"/>
                    <a:pt x="383596" y="85812"/>
                  </a:cubicBezTo>
                  <a:cubicBezTo>
                    <a:pt x="372731" y="86148"/>
                    <a:pt x="361974" y="88065"/>
                    <a:pt x="351664" y="91504"/>
                  </a:cubicBezTo>
                  <a:lnTo>
                    <a:pt x="324462" y="10196"/>
                  </a:lnTo>
                  <a:cubicBezTo>
                    <a:pt x="321384" y="2194"/>
                    <a:pt x="312404" y="-1797"/>
                    <a:pt x="304402" y="1280"/>
                  </a:cubicBezTo>
                  <a:cubicBezTo>
                    <a:pt x="300303" y="2857"/>
                    <a:pt x="297064" y="6097"/>
                    <a:pt x="295487" y="10196"/>
                  </a:cubicBezTo>
                  <a:lnTo>
                    <a:pt x="267990" y="91504"/>
                  </a:lnTo>
                  <a:cubicBezTo>
                    <a:pt x="257582" y="88047"/>
                    <a:pt x="246725" y="86129"/>
                    <a:pt x="235762" y="85812"/>
                  </a:cubicBezTo>
                  <a:cubicBezTo>
                    <a:pt x="224891" y="86140"/>
                    <a:pt x="214129" y="88082"/>
                    <a:pt x="203830" y="91578"/>
                  </a:cubicBezTo>
                  <a:lnTo>
                    <a:pt x="176629" y="10196"/>
                  </a:lnTo>
                  <a:cubicBezTo>
                    <a:pt x="173551" y="2194"/>
                    <a:pt x="164570" y="-1797"/>
                    <a:pt x="156569" y="1280"/>
                  </a:cubicBezTo>
                  <a:cubicBezTo>
                    <a:pt x="152469" y="2857"/>
                    <a:pt x="149230" y="6097"/>
                    <a:pt x="147654" y="10196"/>
                  </a:cubicBezTo>
                  <a:lnTo>
                    <a:pt x="120083" y="91504"/>
                  </a:lnTo>
                  <a:cubicBezTo>
                    <a:pt x="109702" y="88042"/>
                    <a:pt x="98868" y="86124"/>
                    <a:pt x="87929" y="85812"/>
                  </a:cubicBezTo>
                  <a:cubicBezTo>
                    <a:pt x="77058" y="86140"/>
                    <a:pt x="66296" y="88082"/>
                    <a:pt x="55997" y="91578"/>
                  </a:cubicBezTo>
                  <a:lnTo>
                    <a:pt x="28796" y="10196"/>
                  </a:lnTo>
                  <a:cubicBezTo>
                    <a:pt x="26183" y="2459"/>
                    <a:pt x="17794" y="-1694"/>
                    <a:pt x="10058" y="919"/>
                  </a:cubicBezTo>
                  <a:cubicBezTo>
                    <a:pt x="2322" y="3532"/>
                    <a:pt x="-1831" y="11921"/>
                    <a:pt x="781" y="19657"/>
                  </a:cubicBezTo>
                  <a:lnTo>
                    <a:pt x="37296" y="127501"/>
                  </a:lnTo>
                  <a:cubicBezTo>
                    <a:pt x="39285" y="133396"/>
                    <a:pt x="44751" y="137414"/>
                    <a:pt x="50971" y="137554"/>
                  </a:cubicBezTo>
                  <a:lnTo>
                    <a:pt x="50971" y="181904"/>
                  </a:lnTo>
                  <a:lnTo>
                    <a:pt x="28796" y="292779"/>
                  </a:lnTo>
                  <a:lnTo>
                    <a:pt x="50971" y="292779"/>
                  </a:lnTo>
                  <a:lnTo>
                    <a:pt x="50971" y="418438"/>
                  </a:lnTo>
                  <a:lnTo>
                    <a:pt x="80537" y="418438"/>
                  </a:lnTo>
                  <a:lnTo>
                    <a:pt x="80537" y="292779"/>
                  </a:lnTo>
                  <a:lnTo>
                    <a:pt x="95321" y="292779"/>
                  </a:lnTo>
                  <a:lnTo>
                    <a:pt x="95321" y="418438"/>
                  </a:lnTo>
                  <a:lnTo>
                    <a:pt x="124887" y="418438"/>
                  </a:lnTo>
                  <a:lnTo>
                    <a:pt x="124887" y="292779"/>
                  </a:lnTo>
                  <a:lnTo>
                    <a:pt x="147062" y="292779"/>
                  </a:lnTo>
                  <a:lnTo>
                    <a:pt x="124887" y="181904"/>
                  </a:lnTo>
                  <a:lnTo>
                    <a:pt x="124887" y="137554"/>
                  </a:lnTo>
                  <a:cubicBezTo>
                    <a:pt x="131216" y="137539"/>
                    <a:pt x="136832" y="133497"/>
                    <a:pt x="138858" y="127501"/>
                  </a:cubicBezTo>
                  <a:lnTo>
                    <a:pt x="161846" y="59646"/>
                  </a:lnTo>
                  <a:lnTo>
                    <a:pt x="184834" y="127501"/>
                  </a:lnTo>
                  <a:cubicBezTo>
                    <a:pt x="186859" y="133497"/>
                    <a:pt x="192475" y="137539"/>
                    <a:pt x="198804" y="137554"/>
                  </a:cubicBezTo>
                  <a:lnTo>
                    <a:pt x="198804" y="418438"/>
                  </a:lnTo>
                  <a:lnTo>
                    <a:pt x="228371" y="418438"/>
                  </a:lnTo>
                  <a:lnTo>
                    <a:pt x="228371" y="248429"/>
                  </a:lnTo>
                  <a:lnTo>
                    <a:pt x="243154" y="248429"/>
                  </a:lnTo>
                  <a:lnTo>
                    <a:pt x="243154" y="418438"/>
                  </a:lnTo>
                  <a:lnTo>
                    <a:pt x="272721" y="418438"/>
                  </a:lnTo>
                  <a:lnTo>
                    <a:pt x="272721" y="137554"/>
                  </a:lnTo>
                  <a:cubicBezTo>
                    <a:pt x="279049" y="137539"/>
                    <a:pt x="284666" y="133497"/>
                    <a:pt x="286691" y="127501"/>
                  </a:cubicBezTo>
                  <a:lnTo>
                    <a:pt x="309679" y="59646"/>
                  </a:lnTo>
                  <a:lnTo>
                    <a:pt x="332667" y="127501"/>
                  </a:lnTo>
                  <a:cubicBezTo>
                    <a:pt x="334692" y="133497"/>
                    <a:pt x="340309" y="137539"/>
                    <a:pt x="346637" y="137554"/>
                  </a:cubicBezTo>
                  <a:lnTo>
                    <a:pt x="346637" y="181904"/>
                  </a:lnTo>
                  <a:lnTo>
                    <a:pt x="324462" y="292779"/>
                  </a:lnTo>
                  <a:lnTo>
                    <a:pt x="346637" y="292779"/>
                  </a:lnTo>
                  <a:lnTo>
                    <a:pt x="346637" y="418438"/>
                  </a:lnTo>
                  <a:lnTo>
                    <a:pt x="376204" y="418438"/>
                  </a:lnTo>
                  <a:lnTo>
                    <a:pt x="376204" y="292779"/>
                  </a:lnTo>
                  <a:lnTo>
                    <a:pt x="390987" y="292779"/>
                  </a:lnTo>
                  <a:lnTo>
                    <a:pt x="390987" y="418438"/>
                  </a:lnTo>
                  <a:lnTo>
                    <a:pt x="420554" y="418438"/>
                  </a:lnTo>
                  <a:lnTo>
                    <a:pt x="420554" y="292779"/>
                  </a:lnTo>
                  <a:lnTo>
                    <a:pt x="442729" y="292779"/>
                  </a:lnTo>
                  <a:lnTo>
                    <a:pt x="420554" y="181904"/>
                  </a:lnTo>
                  <a:lnTo>
                    <a:pt x="420554" y="137554"/>
                  </a:lnTo>
                  <a:cubicBezTo>
                    <a:pt x="426883" y="137539"/>
                    <a:pt x="432499" y="133497"/>
                    <a:pt x="434524" y="127501"/>
                  </a:cubicBezTo>
                  <a:lnTo>
                    <a:pt x="457512" y="59646"/>
                  </a:lnTo>
                  <a:lnTo>
                    <a:pt x="480500" y="127501"/>
                  </a:lnTo>
                  <a:cubicBezTo>
                    <a:pt x="482526" y="133497"/>
                    <a:pt x="488142" y="137539"/>
                    <a:pt x="494471" y="137554"/>
                  </a:cubicBezTo>
                  <a:lnTo>
                    <a:pt x="494471" y="418438"/>
                  </a:lnTo>
                  <a:lnTo>
                    <a:pt x="524037" y="418438"/>
                  </a:lnTo>
                  <a:lnTo>
                    <a:pt x="524037" y="248429"/>
                  </a:lnTo>
                  <a:lnTo>
                    <a:pt x="538821" y="248429"/>
                  </a:lnTo>
                  <a:lnTo>
                    <a:pt x="538821" y="418438"/>
                  </a:lnTo>
                  <a:lnTo>
                    <a:pt x="568387" y="418438"/>
                  </a:lnTo>
                  <a:lnTo>
                    <a:pt x="568387" y="137554"/>
                  </a:lnTo>
                  <a:cubicBezTo>
                    <a:pt x="574716" y="137539"/>
                    <a:pt x="580332" y="133497"/>
                    <a:pt x="582358" y="127501"/>
                  </a:cubicBezTo>
                  <a:lnTo>
                    <a:pt x="618873" y="19657"/>
                  </a:lnTo>
                  <a:cubicBezTo>
                    <a:pt x="621510" y="11930"/>
                    <a:pt x="617385" y="3528"/>
                    <a:pt x="609657" y="890"/>
                  </a:cubicBezTo>
                  <a:cubicBezTo>
                    <a:pt x="609649" y="888"/>
                    <a:pt x="609641" y="885"/>
                    <a:pt x="609633" y="882"/>
                  </a:cubicBezTo>
                  <a:close/>
                </a:path>
              </a:pathLst>
            </a:custGeom>
            <a:grpFill/>
            <a:ln w="7342" cap="flat">
              <a:noFill/>
              <a:prstDash val="solid"/>
              <a:miter/>
            </a:ln>
          </p:spPr>
          <p:txBody>
            <a:bodyPr rtlCol="0" anchor="ctr"/>
            <a:lstStyle/>
            <a:p>
              <a:endParaRPr lang="de-DE"/>
            </a:p>
          </p:txBody>
        </p:sp>
      </p:grpSp>
      <p:grpSp>
        <p:nvGrpSpPr>
          <p:cNvPr id="14" name="Grafik 123" descr="Tanz">
            <a:extLst>
              <a:ext uri="{FF2B5EF4-FFF2-40B4-BE49-F238E27FC236}">
                <a16:creationId xmlns:a16="http://schemas.microsoft.com/office/drawing/2014/main" id="{932FF9FF-EC66-4A78-90EC-3B58422E57F4}"/>
              </a:ext>
            </a:extLst>
          </p:cNvPr>
          <p:cNvGrpSpPr/>
          <p:nvPr/>
        </p:nvGrpSpPr>
        <p:grpSpPr>
          <a:xfrm>
            <a:off x="3922031" y="4598358"/>
            <a:ext cx="1713537" cy="1713542"/>
            <a:chOff x="7330175" y="1952410"/>
            <a:chExt cx="709600" cy="709601"/>
          </a:xfrm>
          <a:solidFill>
            <a:srgbClr val="0071B2"/>
          </a:solidFill>
        </p:grpSpPr>
        <p:sp>
          <p:nvSpPr>
            <p:cNvPr id="15" name="Freihandform: Form 167">
              <a:extLst>
                <a:ext uri="{FF2B5EF4-FFF2-40B4-BE49-F238E27FC236}">
                  <a16:creationId xmlns:a16="http://schemas.microsoft.com/office/drawing/2014/main" id="{C7969F9B-BA19-4283-B040-70BD9C33E7F0}"/>
                </a:ext>
              </a:extLst>
            </p:cNvPr>
            <p:cNvSpPr/>
            <p:nvPr/>
          </p:nvSpPr>
          <p:spPr>
            <a:xfrm>
              <a:off x="7526793" y="2110591"/>
              <a:ext cx="88700" cy="88700"/>
            </a:xfrm>
            <a:custGeom>
              <a:avLst/>
              <a:gdLst>
                <a:gd name="connsiteX0" fmla="*/ 88700 w 88700"/>
                <a:gd name="connsiteY0" fmla="*/ 44350 h 88700"/>
                <a:gd name="connsiteX1" fmla="*/ 44350 w 88700"/>
                <a:gd name="connsiteY1" fmla="*/ 88700 h 88700"/>
                <a:gd name="connsiteX2" fmla="*/ 0 w 88700"/>
                <a:gd name="connsiteY2" fmla="*/ 44350 h 88700"/>
                <a:gd name="connsiteX3" fmla="*/ 44350 w 88700"/>
                <a:gd name="connsiteY3" fmla="*/ 0 h 88700"/>
                <a:gd name="connsiteX4" fmla="*/ 88700 w 88700"/>
                <a:gd name="connsiteY4" fmla="*/ 44350 h 887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700" h="88700">
                  <a:moveTo>
                    <a:pt x="88700" y="44350"/>
                  </a:moveTo>
                  <a:cubicBezTo>
                    <a:pt x="88700" y="68844"/>
                    <a:pt x="68844" y="88700"/>
                    <a:pt x="44350" y="88700"/>
                  </a:cubicBezTo>
                  <a:cubicBezTo>
                    <a:pt x="19856" y="88700"/>
                    <a:pt x="0" y="68844"/>
                    <a:pt x="0" y="44350"/>
                  </a:cubicBezTo>
                  <a:cubicBezTo>
                    <a:pt x="0" y="19856"/>
                    <a:pt x="19856" y="0"/>
                    <a:pt x="44350" y="0"/>
                  </a:cubicBezTo>
                  <a:cubicBezTo>
                    <a:pt x="68844" y="0"/>
                    <a:pt x="88700" y="19856"/>
                    <a:pt x="88700" y="44350"/>
                  </a:cubicBezTo>
                  <a:close/>
                </a:path>
              </a:pathLst>
            </a:custGeom>
            <a:grpFill/>
            <a:ln w="7342" cap="flat">
              <a:noFill/>
              <a:prstDash val="solid"/>
              <a:miter/>
            </a:ln>
          </p:spPr>
          <p:txBody>
            <a:bodyPr rtlCol="0" anchor="ctr"/>
            <a:lstStyle/>
            <a:p>
              <a:endParaRPr lang="de-DE"/>
            </a:p>
          </p:txBody>
        </p:sp>
        <p:sp>
          <p:nvSpPr>
            <p:cNvPr id="16" name="Freihandform: Form 168">
              <a:extLst>
                <a:ext uri="{FF2B5EF4-FFF2-40B4-BE49-F238E27FC236}">
                  <a16:creationId xmlns:a16="http://schemas.microsoft.com/office/drawing/2014/main" id="{D192D223-F842-4D48-AD54-4DD9E1C580C2}"/>
                </a:ext>
              </a:extLst>
            </p:cNvPr>
            <p:cNvSpPr/>
            <p:nvPr/>
          </p:nvSpPr>
          <p:spPr>
            <a:xfrm>
              <a:off x="7755935" y="2036675"/>
              <a:ext cx="88699" cy="88700"/>
            </a:xfrm>
            <a:custGeom>
              <a:avLst/>
              <a:gdLst>
                <a:gd name="connsiteX0" fmla="*/ 88700 w 88699"/>
                <a:gd name="connsiteY0" fmla="*/ 44350 h 88700"/>
                <a:gd name="connsiteX1" fmla="*/ 44350 w 88699"/>
                <a:gd name="connsiteY1" fmla="*/ 88700 h 88700"/>
                <a:gd name="connsiteX2" fmla="*/ 0 w 88699"/>
                <a:gd name="connsiteY2" fmla="*/ 44350 h 88700"/>
                <a:gd name="connsiteX3" fmla="*/ 44350 w 88699"/>
                <a:gd name="connsiteY3" fmla="*/ 0 h 88700"/>
                <a:gd name="connsiteX4" fmla="*/ 88700 w 88699"/>
                <a:gd name="connsiteY4" fmla="*/ 44350 h 887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699" h="88700">
                  <a:moveTo>
                    <a:pt x="88700" y="44350"/>
                  </a:moveTo>
                  <a:cubicBezTo>
                    <a:pt x="88700" y="68844"/>
                    <a:pt x="68844" y="88700"/>
                    <a:pt x="44350" y="88700"/>
                  </a:cubicBezTo>
                  <a:cubicBezTo>
                    <a:pt x="19856" y="88700"/>
                    <a:pt x="0" y="68844"/>
                    <a:pt x="0" y="44350"/>
                  </a:cubicBezTo>
                  <a:cubicBezTo>
                    <a:pt x="0" y="19856"/>
                    <a:pt x="19856" y="0"/>
                    <a:pt x="44350" y="0"/>
                  </a:cubicBezTo>
                  <a:cubicBezTo>
                    <a:pt x="68844" y="0"/>
                    <a:pt x="88700" y="19856"/>
                    <a:pt x="88700" y="44350"/>
                  </a:cubicBezTo>
                  <a:close/>
                </a:path>
              </a:pathLst>
            </a:custGeom>
            <a:grpFill/>
            <a:ln w="7342" cap="flat">
              <a:noFill/>
              <a:prstDash val="solid"/>
              <a:miter/>
            </a:ln>
          </p:spPr>
          <p:txBody>
            <a:bodyPr rtlCol="0" anchor="ctr"/>
            <a:lstStyle/>
            <a:p>
              <a:endParaRPr lang="de-DE"/>
            </a:p>
          </p:txBody>
        </p:sp>
        <p:sp>
          <p:nvSpPr>
            <p:cNvPr id="17" name="Freihandform: Form 169">
              <a:extLst>
                <a:ext uri="{FF2B5EF4-FFF2-40B4-BE49-F238E27FC236}">
                  <a16:creationId xmlns:a16="http://schemas.microsoft.com/office/drawing/2014/main" id="{5C5E3C07-4813-43D9-8C45-70AEF952ACBB}"/>
                </a:ext>
              </a:extLst>
            </p:cNvPr>
            <p:cNvSpPr/>
            <p:nvPr/>
          </p:nvSpPr>
          <p:spPr>
            <a:xfrm>
              <a:off x="7658365" y="2118722"/>
              <a:ext cx="355539" cy="371801"/>
            </a:xfrm>
            <a:custGeom>
              <a:avLst/>
              <a:gdLst>
                <a:gd name="connsiteX0" fmla="*/ 348887 w 355539"/>
                <a:gd name="connsiteY0" fmla="*/ 6653 h 371801"/>
                <a:gd name="connsiteX1" fmla="*/ 317842 w 355539"/>
                <a:gd name="connsiteY1" fmla="*/ 6653 h 371801"/>
                <a:gd name="connsiteX2" fmla="*/ 286797 w 355539"/>
                <a:gd name="connsiteY2" fmla="*/ 37698 h 371801"/>
                <a:gd name="connsiteX3" fmla="*/ 242447 w 355539"/>
                <a:gd name="connsiteY3" fmla="*/ 5174 h 371801"/>
                <a:gd name="connsiteX4" fmla="*/ 223228 w 355539"/>
                <a:gd name="connsiteY4" fmla="*/ 2217 h 371801"/>
                <a:gd name="connsiteX5" fmla="*/ 119745 w 355539"/>
                <a:gd name="connsiteY5" fmla="*/ 31784 h 371801"/>
                <a:gd name="connsiteX6" fmla="*/ 110875 w 355539"/>
                <a:gd name="connsiteY6" fmla="*/ 37698 h 371801"/>
                <a:gd name="connsiteX7" fmla="*/ 72438 w 355539"/>
                <a:gd name="connsiteY7" fmla="*/ 76134 h 371801"/>
                <a:gd name="connsiteX8" fmla="*/ 22175 w 355539"/>
                <a:gd name="connsiteY8" fmla="*/ 76134 h 371801"/>
                <a:gd name="connsiteX9" fmla="*/ 0 w 355539"/>
                <a:gd name="connsiteY9" fmla="*/ 98309 h 371801"/>
                <a:gd name="connsiteX10" fmla="*/ 22175 w 355539"/>
                <a:gd name="connsiteY10" fmla="*/ 120484 h 371801"/>
                <a:gd name="connsiteX11" fmla="*/ 81308 w 355539"/>
                <a:gd name="connsiteY11" fmla="*/ 120484 h 371801"/>
                <a:gd name="connsiteX12" fmla="*/ 97570 w 355539"/>
                <a:gd name="connsiteY12" fmla="*/ 114571 h 371801"/>
                <a:gd name="connsiteX13" fmla="*/ 137485 w 355539"/>
                <a:gd name="connsiteY13" fmla="*/ 74656 h 371801"/>
                <a:gd name="connsiteX14" fmla="*/ 168530 w 355539"/>
                <a:gd name="connsiteY14" fmla="*/ 166313 h 371801"/>
                <a:gd name="connsiteX15" fmla="*/ 99048 w 355539"/>
                <a:gd name="connsiteY15" fmla="*/ 212141 h 371801"/>
                <a:gd name="connsiteX16" fmla="*/ 88700 w 355539"/>
                <a:gd name="connsiteY16" fmla="*/ 234316 h 371801"/>
                <a:gd name="connsiteX17" fmla="*/ 103483 w 355539"/>
                <a:gd name="connsiteY17" fmla="*/ 337800 h 371801"/>
                <a:gd name="connsiteX18" fmla="*/ 125658 w 355539"/>
                <a:gd name="connsiteY18" fmla="*/ 357018 h 371801"/>
                <a:gd name="connsiteX19" fmla="*/ 128615 w 355539"/>
                <a:gd name="connsiteY19" fmla="*/ 357018 h 371801"/>
                <a:gd name="connsiteX20" fmla="*/ 147833 w 355539"/>
                <a:gd name="connsiteY20" fmla="*/ 331886 h 371801"/>
                <a:gd name="connsiteX21" fmla="*/ 134528 w 355539"/>
                <a:gd name="connsiteY21" fmla="*/ 241708 h 371801"/>
                <a:gd name="connsiteX22" fmla="*/ 195140 w 355539"/>
                <a:gd name="connsiteY22" fmla="*/ 201793 h 371801"/>
                <a:gd name="connsiteX23" fmla="*/ 178878 w 355539"/>
                <a:gd name="connsiteY23" fmla="*/ 237273 h 371801"/>
                <a:gd name="connsiteX24" fmla="*/ 177400 w 355539"/>
                <a:gd name="connsiteY24" fmla="*/ 249100 h 371801"/>
                <a:gd name="connsiteX25" fmla="*/ 192183 w 355539"/>
                <a:gd name="connsiteY25" fmla="*/ 352583 h 371801"/>
                <a:gd name="connsiteX26" fmla="*/ 214358 w 355539"/>
                <a:gd name="connsiteY26" fmla="*/ 371801 h 371801"/>
                <a:gd name="connsiteX27" fmla="*/ 217315 w 355539"/>
                <a:gd name="connsiteY27" fmla="*/ 371801 h 371801"/>
                <a:gd name="connsiteX28" fmla="*/ 236533 w 355539"/>
                <a:gd name="connsiteY28" fmla="*/ 346670 h 371801"/>
                <a:gd name="connsiteX29" fmla="*/ 223228 w 355539"/>
                <a:gd name="connsiteY29" fmla="*/ 247621 h 371801"/>
                <a:gd name="connsiteX30" fmla="*/ 257230 w 355539"/>
                <a:gd name="connsiteY30" fmla="*/ 170748 h 371801"/>
                <a:gd name="connsiteX31" fmla="*/ 260187 w 355539"/>
                <a:gd name="connsiteY31" fmla="*/ 155964 h 371801"/>
                <a:gd name="connsiteX32" fmla="*/ 257230 w 355539"/>
                <a:gd name="connsiteY32" fmla="*/ 141181 h 371801"/>
                <a:gd name="connsiteX33" fmla="*/ 233577 w 355539"/>
                <a:gd name="connsiteY33" fmla="*/ 52481 h 371801"/>
                <a:gd name="connsiteX34" fmla="*/ 274970 w 355539"/>
                <a:gd name="connsiteY34" fmla="*/ 83526 h 371801"/>
                <a:gd name="connsiteX35" fmla="*/ 304537 w 355539"/>
                <a:gd name="connsiteY35" fmla="*/ 82048 h 371801"/>
                <a:gd name="connsiteX36" fmla="*/ 348887 w 355539"/>
                <a:gd name="connsiteY36" fmla="*/ 37698 h 371801"/>
                <a:gd name="connsiteX37" fmla="*/ 348887 w 355539"/>
                <a:gd name="connsiteY37" fmla="*/ 6653 h 3718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355539" h="371801">
                  <a:moveTo>
                    <a:pt x="348887" y="6653"/>
                  </a:moveTo>
                  <a:cubicBezTo>
                    <a:pt x="340017" y="-2218"/>
                    <a:pt x="326712" y="-2218"/>
                    <a:pt x="317842" y="6653"/>
                  </a:cubicBezTo>
                  <a:lnTo>
                    <a:pt x="286797" y="37698"/>
                  </a:lnTo>
                  <a:lnTo>
                    <a:pt x="242447" y="5174"/>
                  </a:lnTo>
                  <a:cubicBezTo>
                    <a:pt x="236533" y="739"/>
                    <a:pt x="229142" y="-739"/>
                    <a:pt x="223228" y="2217"/>
                  </a:cubicBezTo>
                  <a:lnTo>
                    <a:pt x="119745" y="31784"/>
                  </a:lnTo>
                  <a:cubicBezTo>
                    <a:pt x="116788" y="33263"/>
                    <a:pt x="112353" y="34741"/>
                    <a:pt x="110875" y="37698"/>
                  </a:cubicBezTo>
                  <a:lnTo>
                    <a:pt x="72438" y="76134"/>
                  </a:lnTo>
                  <a:lnTo>
                    <a:pt x="22175" y="76134"/>
                  </a:lnTo>
                  <a:cubicBezTo>
                    <a:pt x="10348" y="76134"/>
                    <a:pt x="0" y="86483"/>
                    <a:pt x="0" y="98309"/>
                  </a:cubicBezTo>
                  <a:cubicBezTo>
                    <a:pt x="0" y="110136"/>
                    <a:pt x="10348" y="120484"/>
                    <a:pt x="22175" y="120484"/>
                  </a:cubicBezTo>
                  <a:lnTo>
                    <a:pt x="81308" y="120484"/>
                  </a:lnTo>
                  <a:cubicBezTo>
                    <a:pt x="87222" y="120484"/>
                    <a:pt x="93135" y="117528"/>
                    <a:pt x="97570" y="114571"/>
                  </a:cubicBezTo>
                  <a:lnTo>
                    <a:pt x="137485" y="74656"/>
                  </a:lnTo>
                  <a:lnTo>
                    <a:pt x="168530" y="166313"/>
                  </a:lnTo>
                  <a:lnTo>
                    <a:pt x="99048" y="212141"/>
                  </a:lnTo>
                  <a:cubicBezTo>
                    <a:pt x="91657" y="216576"/>
                    <a:pt x="88700" y="225446"/>
                    <a:pt x="88700" y="234316"/>
                  </a:cubicBezTo>
                  <a:lnTo>
                    <a:pt x="103483" y="337800"/>
                  </a:lnTo>
                  <a:cubicBezTo>
                    <a:pt x="104962" y="348148"/>
                    <a:pt x="113832" y="357018"/>
                    <a:pt x="125658" y="357018"/>
                  </a:cubicBezTo>
                  <a:cubicBezTo>
                    <a:pt x="127137" y="357018"/>
                    <a:pt x="127137" y="357018"/>
                    <a:pt x="128615" y="357018"/>
                  </a:cubicBezTo>
                  <a:cubicBezTo>
                    <a:pt x="140442" y="355540"/>
                    <a:pt x="149312" y="343713"/>
                    <a:pt x="147833" y="331886"/>
                  </a:cubicBezTo>
                  <a:lnTo>
                    <a:pt x="134528" y="241708"/>
                  </a:lnTo>
                  <a:lnTo>
                    <a:pt x="195140" y="201793"/>
                  </a:lnTo>
                  <a:lnTo>
                    <a:pt x="178878" y="237273"/>
                  </a:lnTo>
                  <a:cubicBezTo>
                    <a:pt x="177400" y="241708"/>
                    <a:pt x="175922" y="244665"/>
                    <a:pt x="177400" y="249100"/>
                  </a:cubicBezTo>
                  <a:lnTo>
                    <a:pt x="192183" y="352583"/>
                  </a:lnTo>
                  <a:cubicBezTo>
                    <a:pt x="193662" y="362931"/>
                    <a:pt x="202532" y="371801"/>
                    <a:pt x="214358" y="371801"/>
                  </a:cubicBezTo>
                  <a:cubicBezTo>
                    <a:pt x="215837" y="371801"/>
                    <a:pt x="215837" y="371801"/>
                    <a:pt x="217315" y="371801"/>
                  </a:cubicBezTo>
                  <a:cubicBezTo>
                    <a:pt x="229142" y="370323"/>
                    <a:pt x="238012" y="358496"/>
                    <a:pt x="236533" y="346670"/>
                  </a:cubicBezTo>
                  <a:lnTo>
                    <a:pt x="223228" y="247621"/>
                  </a:lnTo>
                  <a:lnTo>
                    <a:pt x="257230" y="170748"/>
                  </a:lnTo>
                  <a:cubicBezTo>
                    <a:pt x="257230" y="170748"/>
                    <a:pt x="260187" y="160399"/>
                    <a:pt x="260187" y="155964"/>
                  </a:cubicBezTo>
                  <a:cubicBezTo>
                    <a:pt x="260187" y="150051"/>
                    <a:pt x="257230" y="141181"/>
                    <a:pt x="257230" y="141181"/>
                  </a:cubicBezTo>
                  <a:lnTo>
                    <a:pt x="233577" y="52481"/>
                  </a:lnTo>
                  <a:lnTo>
                    <a:pt x="274970" y="83526"/>
                  </a:lnTo>
                  <a:cubicBezTo>
                    <a:pt x="283840" y="89439"/>
                    <a:pt x="295667" y="89439"/>
                    <a:pt x="304537" y="82048"/>
                  </a:cubicBezTo>
                  <a:lnTo>
                    <a:pt x="348887" y="37698"/>
                  </a:lnTo>
                  <a:cubicBezTo>
                    <a:pt x="357757" y="28828"/>
                    <a:pt x="357757" y="15523"/>
                    <a:pt x="348887" y="6653"/>
                  </a:cubicBezTo>
                  <a:close/>
                </a:path>
              </a:pathLst>
            </a:custGeom>
            <a:grpFill/>
            <a:ln w="7342" cap="flat">
              <a:noFill/>
              <a:prstDash val="solid"/>
              <a:miter/>
            </a:ln>
          </p:spPr>
          <p:txBody>
            <a:bodyPr rtlCol="0" anchor="ctr"/>
            <a:lstStyle/>
            <a:p>
              <a:endParaRPr lang="de-DE"/>
            </a:p>
          </p:txBody>
        </p:sp>
        <p:sp>
          <p:nvSpPr>
            <p:cNvPr id="18" name="Freihandform: Form 170">
              <a:extLst>
                <a:ext uri="{FF2B5EF4-FFF2-40B4-BE49-F238E27FC236}">
                  <a16:creationId xmlns:a16="http://schemas.microsoft.com/office/drawing/2014/main" id="{11D6A333-8BE1-4F5D-9010-B9F176D9B6C8}"/>
                </a:ext>
              </a:extLst>
            </p:cNvPr>
            <p:cNvSpPr/>
            <p:nvPr/>
          </p:nvSpPr>
          <p:spPr>
            <a:xfrm>
              <a:off x="7356193" y="2192845"/>
              <a:ext cx="355042" cy="384900"/>
            </a:xfrm>
            <a:custGeom>
              <a:avLst/>
              <a:gdLst>
                <a:gd name="connsiteX0" fmla="*/ 352435 w 355042"/>
                <a:gd name="connsiteY0" fmla="*/ 86277 h 384900"/>
                <a:gd name="connsiteX1" fmla="*/ 322868 w 355042"/>
                <a:gd name="connsiteY1" fmla="*/ 75928 h 384900"/>
                <a:gd name="connsiteX2" fmla="*/ 281475 w 355042"/>
                <a:gd name="connsiteY2" fmla="*/ 96625 h 384900"/>
                <a:gd name="connsiteX3" fmla="*/ 247473 w 355042"/>
                <a:gd name="connsiteY3" fmla="*/ 40448 h 384900"/>
                <a:gd name="connsiteX4" fmla="*/ 234168 w 355042"/>
                <a:gd name="connsiteY4" fmla="*/ 30100 h 384900"/>
                <a:gd name="connsiteX5" fmla="*/ 130685 w 355042"/>
                <a:gd name="connsiteY5" fmla="*/ 533 h 384900"/>
                <a:gd name="connsiteX6" fmla="*/ 108510 w 355042"/>
                <a:gd name="connsiteY6" fmla="*/ 6447 h 384900"/>
                <a:gd name="connsiteX7" fmla="*/ 67116 w 355042"/>
                <a:gd name="connsiteY7" fmla="*/ 47840 h 384900"/>
                <a:gd name="connsiteX8" fmla="*/ 37550 w 355042"/>
                <a:gd name="connsiteY8" fmla="*/ 9403 h 384900"/>
                <a:gd name="connsiteX9" fmla="*/ 7983 w 355042"/>
                <a:gd name="connsiteY9" fmla="*/ 3490 h 384900"/>
                <a:gd name="connsiteX10" fmla="*/ 3548 w 355042"/>
                <a:gd name="connsiteY10" fmla="*/ 34535 h 384900"/>
                <a:gd name="connsiteX11" fmla="*/ 47898 w 355042"/>
                <a:gd name="connsiteY11" fmla="*/ 93668 h 384900"/>
                <a:gd name="connsiteX12" fmla="*/ 64160 w 355042"/>
                <a:gd name="connsiteY12" fmla="*/ 102538 h 384900"/>
                <a:gd name="connsiteX13" fmla="*/ 81900 w 355042"/>
                <a:gd name="connsiteY13" fmla="*/ 96625 h 384900"/>
                <a:gd name="connsiteX14" fmla="*/ 124771 w 355042"/>
                <a:gd name="connsiteY14" fmla="*/ 53753 h 384900"/>
                <a:gd name="connsiteX15" fmla="*/ 98161 w 355042"/>
                <a:gd name="connsiteY15" fmla="*/ 154280 h 384900"/>
                <a:gd name="connsiteX16" fmla="*/ 95205 w 355042"/>
                <a:gd name="connsiteY16" fmla="*/ 169063 h 384900"/>
                <a:gd name="connsiteX17" fmla="*/ 104075 w 355042"/>
                <a:gd name="connsiteY17" fmla="*/ 194195 h 384900"/>
                <a:gd name="connsiteX18" fmla="*/ 145468 w 355042"/>
                <a:gd name="connsiteY18" fmla="*/ 260720 h 384900"/>
                <a:gd name="connsiteX19" fmla="*/ 118858 w 355042"/>
                <a:gd name="connsiteY19" fmla="*/ 355334 h 384900"/>
                <a:gd name="connsiteX20" fmla="*/ 133641 w 355042"/>
                <a:gd name="connsiteY20" fmla="*/ 383422 h 384900"/>
                <a:gd name="connsiteX21" fmla="*/ 139555 w 355042"/>
                <a:gd name="connsiteY21" fmla="*/ 384900 h 384900"/>
                <a:gd name="connsiteX22" fmla="*/ 160251 w 355042"/>
                <a:gd name="connsiteY22" fmla="*/ 368639 h 384900"/>
                <a:gd name="connsiteX23" fmla="*/ 189818 w 355042"/>
                <a:gd name="connsiteY23" fmla="*/ 265155 h 384900"/>
                <a:gd name="connsiteX24" fmla="*/ 186861 w 355042"/>
                <a:gd name="connsiteY24" fmla="*/ 247415 h 384900"/>
                <a:gd name="connsiteX25" fmla="*/ 161730 w 355042"/>
                <a:gd name="connsiteY25" fmla="*/ 207500 h 384900"/>
                <a:gd name="connsiteX26" fmla="*/ 220863 w 355042"/>
                <a:gd name="connsiteY26" fmla="*/ 242980 h 384900"/>
                <a:gd name="connsiteX27" fmla="*/ 220863 w 355042"/>
                <a:gd name="connsiteY27" fmla="*/ 349420 h 384900"/>
                <a:gd name="connsiteX28" fmla="*/ 243038 w 355042"/>
                <a:gd name="connsiteY28" fmla="*/ 371595 h 384900"/>
                <a:gd name="connsiteX29" fmla="*/ 265213 w 355042"/>
                <a:gd name="connsiteY29" fmla="*/ 349420 h 384900"/>
                <a:gd name="connsiteX30" fmla="*/ 265213 w 355042"/>
                <a:gd name="connsiteY30" fmla="*/ 231154 h 384900"/>
                <a:gd name="connsiteX31" fmla="*/ 254865 w 355042"/>
                <a:gd name="connsiteY31" fmla="*/ 211935 h 384900"/>
                <a:gd name="connsiteX32" fmla="*/ 191296 w 355042"/>
                <a:gd name="connsiteY32" fmla="*/ 173498 h 384900"/>
                <a:gd name="connsiteX33" fmla="*/ 219385 w 355042"/>
                <a:gd name="connsiteY33" fmla="*/ 81842 h 384900"/>
                <a:gd name="connsiteX34" fmla="*/ 253386 w 355042"/>
                <a:gd name="connsiteY34" fmla="*/ 138018 h 384900"/>
                <a:gd name="connsiteX35" fmla="*/ 272605 w 355042"/>
                <a:gd name="connsiteY35" fmla="*/ 148367 h 384900"/>
                <a:gd name="connsiteX36" fmla="*/ 282953 w 355042"/>
                <a:gd name="connsiteY36" fmla="*/ 145410 h 384900"/>
                <a:gd name="connsiteX37" fmla="*/ 342086 w 355042"/>
                <a:gd name="connsiteY37" fmla="*/ 115843 h 384900"/>
                <a:gd name="connsiteX38" fmla="*/ 352435 w 355042"/>
                <a:gd name="connsiteY38" fmla="*/ 86277 h 384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355042" h="384900">
                  <a:moveTo>
                    <a:pt x="352435" y="86277"/>
                  </a:moveTo>
                  <a:cubicBezTo>
                    <a:pt x="346521" y="75928"/>
                    <a:pt x="333216" y="71493"/>
                    <a:pt x="322868" y="75928"/>
                  </a:cubicBezTo>
                  <a:lnTo>
                    <a:pt x="281475" y="96625"/>
                  </a:lnTo>
                  <a:lnTo>
                    <a:pt x="247473" y="40448"/>
                  </a:lnTo>
                  <a:cubicBezTo>
                    <a:pt x="244516" y="36013"/>
                    <a:pt x="240081" y="31578"/>
                    <a:pt x="234168" y="30100"/>
                  </a:cubicBezTo>
                  <a:lnTo>
                    <a:pt x="130685" y="533"/>
                  </a:lnTo>
                  <a:cubicBezTo>
                    <a:pt x="123293" y="-945"/>
                    <a:pt x="114423" y="533"/>
                    <a:pt x="108510" y="6447"/>
                  </a:cubicBezTo>
                  <a:lnTo>
                    <a:pt x="67116" y="47840"/>
                  </a:lnTo>
                  <a:lnTo>
                    <a:pt x="37550" y="9403"/>
                  </a:lnTo>
                  <a:cubicBezTo>
                    <a:pt x="33115" y="-945"/>
                    <a:pt x="18331" y="-2423"/>
                    <a:pt x="7983" y="3490"/>
                  </a:cubicBezTo>
                  <a:cubicBezTo>
                    <a:pt x="-887" y="10882"/>
                    <a:pt x="-2365" y="25665"/>
                    <a:pt x="3548" y="34535"/>
                  </a:cubicBezTo>
                  <a:lnTo>
                    <a:pt x="47898" y="93668"/>
                  </a:lnTo>
                  <a:cubicBezTo>
                    <a:pt x="52333" y="98103"/>
                    <a:pt x="58246" y="102538"/>
                    <a:pt x="64160" y="102538"/>
                  </a:cubicBezTo>
                  <a:cubicBezTo>
                    <a:pt x="70073" y="102538"/>
                    <a:pt x="77465" y="101060"/>
                    <a:pt x="81900" y="96625"/>
                  </a:cubicBezTo>
                  <a:lnTo>
                    <a:pt x="124771" y="53753"/>
                  </a:lnTo>
                  <a:lnTo>
                    <a:pt x="98161" y="154280"/>
                  </a:lnTo>
                  <a:cubicBezTo>
                    <a:pt x="96683" y="158715"/>
                    <a:pt x="95205" y="164628"/>
                    <a:pt x="95205" y="169063"/>
                  </a:cubicBezTo>
                  <a:cubicBezTo>
                    <a:pt x="95205" y="177933"/>
                    <a:pt x="98161" y="186803"/>
                    <a:pt x="104075" y="194195"/>
                  </a:cubicBezTo>
                  <a:lnTo>
                    <a:pt x="145468" y="260720"/>
                  </a:lnTo>
                  <a:lnTo>
                    <a:pt x="118858" y="355334"/>
                  </a:lnTo>
                  <a:cubicBezTo>
                    <a:pt x="115901" y="367160"/>
                    <a:pt x="121815" y="378987"/>
                    <a:pt x="133641" y="383422"/>
                  </a:cubicBezTo>
                  <a:cubicBezTo>
                    <a:pt x="135120" y="383422"/>
                    <a:pt x="138076" y="384900"/>
                    <a:pt x="139555" y="384900"/>
                  </a:cubicBezTo>
                  <a:cubicBezTo>
                    <a:pt x="149903" y="384900"/>
                    <a:pt x="158773" y="378987"/>
                    <a:pt x="160251" y="368639"/>
                  </a:cubicBezTo>
                  <a:lnTo>
                    <a:pt x="189818" y="265155"/>
                  </a:lnTo>
                  <a:cubicBezTo>
                    <a:pt x="191296" y="259242"/>
                    <a:pt x="191296" y="251850"/>
                    <a:pt x="186861" y="247415"/>
                  </a:cubicBezTo>
                  <a:lnTo>
                    <a:pt x="161730" y="207500"/>
                  </a:lnTo>
                  <a:lnTo>
                    <a:pt x="220863" y="242980"/>
                  </a:lnTo>
                  <a:lnTo>
                    <a:pt x="220863" y="349420"/>
                  </a:lnTo>
                  <a:cubicBezTo>
                    <a:pt x="220863" y="361247"/>
                    <a:pt x="231211" y="371595"/>
                    <a:pt x="243038" y="371595"/>
                  </a:cubicBezTo>
                  <a:cubicBezTo>
                    <a:pt x="254865" y="371595"/>
                    <a:pt x="265213" y="361247"/>
                    <a:pt x="265213" y="349420"/>
                  </a:cubicBezTo>
                  <a:lnTo>
                    <a:pt x="265213" y="231154"/>
                  </a:lnTo>
                  <a:cubicBezTo>
                    <a:pt x="265213" y="223762"/>
                    <a:pt x="260778" y="216370"/>
                    <a:pt x="254865" y="211935"/>
                  </a:cubicBezTo>
                  <a:lnTo>
                    <a:pt x="191296" y="173498"/>
                  </a:lnTo>
                  <a:lnTo>
                    <a:pt x="219385" y="81842"/>
                  </a:lnTo>
                  <a:lnTo>
                    <a:pt x="253386" y="138018"/>
                  </a:lnTo>
                  <a:cubicBezTo>
                    <a:pt x="257821" y="145410"/>
                    <a:pt x="265213" y="148367"/>
                    <a:pt x="272605" y="148367"/>
                  </a:cubicBezTo>
                  <a:cubicBezTo>
                    <a:pt x="275561" y="148367"/>
                    <a:pt x="279996" y="146888"/>
                    <a:pt x="282953" y="145410"/>
                  </a:cubicBezTo>
                  <a:lnTo>
                    <a:pt x="342086" y="115843"/>
                  </a:lnTo>
                  <a:cubicBezTo>
                    <a:pt x="353913" y="109930"/>
                    <a:pt x="358348" y="96625"/>
                    <a:pt x="352435" y="86277"/>
                  </a:cubicBezTo>
                  <a:close/>
                </a:path>
              </a:pathLst>
            </a:custGeom>
            <a:grpFill/>
            <a:ln w="7342" cap="flat">
              <a:noFill/>
              <a:prstDash val="solid"/>
              <a:miter/>
            </a:ln>
          </p:spPr>
          <p:txBody>
            <a:bodyPr rtlCol="0" anchor="ctr"/>
            <a:lstStyle/>
            <a:p>
              <a:endParaRPr lang="de-DE"/>
            </a:p>
          </p:txBody>
        </p:sp>
      </p:grpSp>
      <p:sp>
        <p:nvSpPr>
          <p:cNvPr id="19" name="Fußzeilenplatzhalter 2"/>
          <p:cNvSpPr>
            <a:spLocks noGrp="1"/>
          </p:cNvSpPr>
          <p:nvPr>
            <p:ph type="ftr" sz="quarter" idx="11"/>
          </p:nvPr>
        </p:nvSpPr>
        <p:spPr>
          <a:xfrm>
            <a:off x="5363852" y="6311900"/>
            <a:ext cx="4326902" cy="409575"/>
          </a:xfrm>
        </p:spPr>
        <p:txBody>
          <a:bodyPr vert="horz" lIns="91440" tIns="45720" rIns="91440" bIns="45720" rtlCol="0" anchor="ctr"/>
          <a:lstStyle/>
          <a:p>
            <a:endParaRPr lang="de-DE" sz="1400" b="1" i="1" dirty="0">
              <a:effectLst>
                <a:outerShdw blurRad="38100" dist="38100" dir="2700000" algn="tl">
                  <a:srgbClr val="000000">
                    <a:alpha val="43137"/>
                  </a:srgbClr>
                </a:outerShdw>
              </a:effectLst>
              <a:latin typeface="+mj-lt"/>
              <a:cs typeface="Arial" panose="020B0604020202020204" pitchFamily="34" charset="0"/>
            </a:endParaRPr>
          </a:p>
        </p:txBody>
      </p:sp>
      <p:pic>
        <p:nvPicPr>
          <p:cNvPr id="20" name="Grafik 19"/>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522276" y="917968"/>
            <a:ext cx="1560579" cy="1560579"/>
          </a:xfrm>
          <a:prstGeom prst="rect">
            <a:avLst/>
          </a:prstGeom>
        </p:spPr>
      </p:pic>
    </p:spTree>
    <p:extLst>
      <p:ext uri="{BB962C8B-B14F-4D97-AF65-F5344CB8AC3E}">
        <p14:creationId xmlns:p14="http://schemas.microsoft.com/office/powerpoint/2010/main" val="4251287452"/>
      </p:ext>
    </p:extLst>
  </p:cSld>
  <p:clrMapOvr>
    <a:masterClrMapping/>
  </p:clrMapOvr>
</p:sld>
</file>

<file path=ppt/theme/theme1.xml><?xml version="1.0" encoding="utf-8"?>
<a:theme xmlns:a="http://schemas.openxmlformats.org/drawingml/2006/main" name="Office">
  <a:themeElements>
    <a:clrScheme name="WBS_Folienvorlage">
      <a:dk1>
        <a:srgbClr val="0071B2"/>
      </a:dk1>
      <a:lt1>
        <a:srgbClr val="D2E8F4"/>
      </a:lt1>
      <a:dk2>
        <a:srgbClr val="B2B2B2"/>
      </a:dk2>
      <a:lt2>
        <a:srgbClr val="EEEEEE"/>
      </a:lt2>
      <a:accent1>
        <a:srgbClr val="0071B2"/>
      </a:accent1>
      <a:accent2>
        <a:srgbClr val="FE5000"/>
      </a:accent2>
      <a:accent3>
        <a:srgbClr val="D2E8F4"/>
      </a:accent3>
      <a:accent4>
        <a:srgbClr val="EEEEEE"/>
      </a:accent4>
      <a:accent5>
        <a:srgbClr val="D9D9D9"/>
      </a:accent5>
      <a:accent6>
        <a:srgbClr val="B2B2B2"/>
      </a:accent6>
      <a:hlink>
        <a:srgbClr val="FE5000"/>
      </a:hlink>
      <a:folHlink>
        <a:srgbClr val="C00000"/>
      </a:folHlink>
    </a:clrScheme>
    <a:fontScheme name="Benutzerdefiniert 1">
      <a:majorFont>
        <a:latin typeface="Source Sans Pro"/>
        <a:ea typeface=""/>
        <a:cs typeface=""/>
      </a:majorFont>
      <a:minorFont>
        <a:latin typeface="Source Sans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f5dddc5a-7197-42e1-81a4-1c8e6728b841" xsi:nil="true"/>
    <lcf76f155ced4ddcb4097134ff3c332f xmlns="fc118cd3-da79-41a1-9ba6-4f8cbcc59164">
      <Terms xmlns="http://schemas.microsoft.com/office/infopath/2007/PartnerControls"/>
    </lcf76f155ced4ddcb4097134ff3c332f>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kument" ma:contentTypeID="0x010100D636508A6767AE46A7CD696DA562C65E" ma:contentTypeVersion="12" ma:contentTypeDescription="Ein neues Dokument erstellen." ma:contentTypeScope="" ma:versionID="3305398b8d7f16bafbd4ddc602729996">
  <xsd:schema xmlns:xsd="http://www.w3.org/2001/XMLSchema" xmlns:xs="http://www.w3.org/2001/XMLSchema" xmlns:p="http://schemas.microsoft.com/office/2006/metadata/properties" xmlns:ns2="fc118cd3-da79-41a1-9ba6-4f8cbcc59164" xmlns:ns3="f5dddc5a-7197-42e1-81a4-1c8e6728b841" targetNamespace="http://schemas.microsoft.com/office/2006/metadata/properties" ma:root="true" ma:fieldsID="4ab38b08190fe8fa7f1a95a41e70b8cd" ns2:_="" ns3:_="">
    <xsd:import namespace="fc118cd3-da79-41a1-9ba6-4f8cbcc59164"/>
    <xsd:import namespace="f5dddc5a-7197-42e1-81a4-1c8e6728b841"/>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AutoTags" minOccurs="0"/>
                <xsd:element ref="ns2:MediaServiceGenerationTime" minOccurs="0"/>
                <xsd:element ref="ns2:MediaServiceEventHashCode" minOccurs="0"/>
                <xsd:element ref="ns2:lcf76f155ced4ddcb4097134ff3c332f" minOccurs="0"/>
                <xsd:element ref="ns3:TaxCatchAll" minOccurs="0"/>
                <xsd:element ref="ns2:MediaServiceOCR" minOccurs="0"/>
                <xsd:element ref="ns2: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c118cd3-da79-41a1-9ba6-4f8cbcc59164"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2" nillable="true" ma:displayName="Tags" ma:internalName="MediaServiceAutoTags"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lcf76f155ced4ddcb4097134ff3c332f" ma:index="16" nillable="true" ma:taxonomy="true" ma:internalName="lcf76f155ced4ddcb4097134ff3c332f" ma:taxonomyFieldName="MediaServiceImageTags" ma:displayName="Bildmarkierungen" ma:readOnly="false" ma:fieldId="{5cf76f15-5ced-4ddc-b409-7134ff3c332f}" ma:taxonomyMulti="true" ma:sspId="9f0a14e0-267a-4aec-938c-d787320d60ad" ma:termSetId="09814cd3-568e-fe90-9814-8d621ff8fb84" ma:anchorId="fba54fb3-c3e1-fe81-a776-ca4b69148c4d" ma:open="true" ma:isKeyword="false">
      <xsd:complexType>
        <xsd:sequence>
          <xsd:element ref="pc:Terms" minOccurs="0" maxOccurs="1"/>
        </xsd:sequence>
      </xsd:complexType>
    </xsd:element>
    <xsd:element name="MediaServiceOCR" ma:index="18" nillable="true" ma:displayName="Extracted Text" ma:internalName="MediaServiceOCR" ma:readOnly="true">
      <xsd:simpleType>
        <xsd:restriction base="dms:Note">
          <xsd:maxLength value="255"/>
        </xsd:restriction>
      </xsd:simpleType>
    </xsd:element>
    <xsd:element name="MediaServiceDateTaken" ma:index="19" nillable="true" ma:displayName="MediaServiceDateTaken" ma:hidden="true" ma:indexed="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f5dddc5a-7197-42e1-81a4-1c8e6728b841" elementFormDefault="qualified">
    <xsd:import namespace="http://schemas.microsoft.com/office/2006/documentManagement/types"/>
    <xsd:import namespace="http://schemas.microsoft.com/office/infopath/2007/PartnerControls"/>
    <xsd:element name="SharedWithUsers" ma:index="10" nillable="true" ma:displayName="Freigegeben für"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Freigegeben für - Details" ma:internalName="SharedWithDetails" ma:readOnly="true">
      <xsd:simpleType>
        <xsd:restriction base="dms:Note">
          <xsd:maxLength value="255"/>
        </xsd:restriction>
      </xsd:simpleType>
    </xsd:element>
    <xsd:element name="TaxCatchAll" ma:index="17" nillable="true" ma:displayName="Taxonomy Catch All Column" ma:hidden="true" ma:list="{5590e435-d6b7-479e-b0e4-1656dc3ba1fa}" ma:internalName="TaxCatchAll" ma:showField="CatchAllData" ma:web="f5dddc5a-7197-42e1-81a4-1c8e6728b84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altstyp"/>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23486D7B-9C69-4E52-AAFF-FAB3D7A24698}">
  <ds:schemaRefs>
    <ds:schemaRef ds:uri="http://purl.org/dc/terms/"/>
    <ds:schemaRef ds:uri="http://purl.org/dc/dcmitype/"/>
    <ds:schemaRef ds:uri="http://purl.org/dc/elements/1.1/"/>
    <ds:schemaRef ds:uri="http://schemas.microsoft.com/office/2006/metadata/properties"/>
    <ds:schemaRef ds:uri="http://schemas.microsoft.com/office/2006/documentManagement/types"/>
    <ds:schemaRef ds:uri="f5dddc5a-7197-42e1-81a4-1c8e6728b841"/>
    <ds:schemaRef ds:uri="fc118cd3-da79-41a1-9ba6-4f8cbcc59164"/>
    <ds:schemaRef ds:uri="http://schemas.microsoft.com/office/infopath/2007/PartnerControls"/>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6091C753-7970-4686-86E7-7719555B2FA3}">
  <ds:schemaRefs>
    <ds:schemaRef ds:uri="http://schemas.microsoft.com/sharepoint/v3/contenttype/forms"/>
  </ds:schemaRefs>
</ds:datastoreItem>
</file>

<file path=customXml/itemProps3.xml><?xml version="1.0" encoding="utf-8"?>
<ds:datastoreItem xmlns:ds="http://schemas.openxmlformats.org/officeDocument/2006/customXml" ds:itemID="{A2B980BA-4140-464A-A686-4FE471A3445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fc118cd3-da79-41a1-9ba6-4f8cbcc59164"/>
    <ds:schemaRef ds:uri="f5dddc5a-7197-42e1-81a4-1c8e6728b84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0</TotalTime>
  <Words>648</Words>
  <Application>Microsoft Office PowerPoint</Application>
  <PresentationFormat>Breitbild</PresentationFormat>
  <Paragraphs>89</Paragraphs>
  <Slides>15</Slides>
  <Notes>0</Notes>
  <HiddenSlides>0</HiddenSlides>
  <MMClips>0</MMClips>
  <ScaleCrop>false</ScaleCrop>
  <HeadingPairs>
    <vt:vector size="6" baseType="variant">
      <vt:variant>
        <vt:lpstr>Verwendete Schriftarten</vt:lpstr>
      </vt:variant>
      <vt:variant>
        <vt:i4>4</vt:i4>
      </vt:variant>
      <vt:variant>
        <vt:lpstr>Design</vt:lpstr>
      </vt:variant>
      <vt:variant>
        <vt:i4>1</vt:i4>
      </vt:variant>
      <vt:variant>
        <vt:lpstr>Folientitel</vt:lpstr>
      </vt:variant>
      <vt:variant>
        <vt:i4>15</vt:i4>
      </vt:variant>
    </vt:vector>
  </HeadingPairs>
  <TitlesOfParts>
    <vt:vector size="20" baseType="lpstr">
      <vt:lpstr>Arial</vt:lpstr>
      <vt:lpstr>Calibri</vt:lpstr>
      <vt:lpstr>Source Sans Pro</vt:lpstr>
      <vt:lpstr>Times New Roman</vt:lpstr>
      <vt:lpstr>Office</vt:lpstr>
      <vt:lpstr>Designprinzipien in der modernen OOP</vt:lpstr>
      <vt:lpstr>PowerPoint-Präsentation</vt:lpstr>
      <vt:lpstr>1.1 Designprinzipien  </vt:lpstr>
      <vt:lpstr>1.1 Designprinzipien   </vt:lpstr>
      <vt:lpstr>PowerPoint-Präsentation</vt:lpstr>
      <vt:lpstr>1.2 Grundlegende Designprinzipien   </vt:lpstr>
      <vt:lpstr>PowerPoint-Präsentation</vt:lpstr>
      <vt:lpstr>1.2 OOP Designprinzipien   </vt:lpstr>
      <vt:lpstr>1.3 OOP Designprinzipien   </vt:lpstr>
      <vt:lpstr>1.3 OOP Designprinzipien   </vt:lpstr>
      <vt:lpstr>1.3 OOP Designprinzipien   </vt:lpstr>
      <vt:lpstr>1.3 OOP Designprinzipien   </vt:lpstr>
      <vt:lpstr>1.4 Weitere OOP Designprinzipien   </vt:lpstr>
      <vt:lpstr>1.3 Weitere OOP Designprinzipien   </vt:lpstr>
      <vt:lpstr>PowerPoint-Präsentation</vt:lpstr>
    </vt:vector>
  </TitlesOfParts>
  <Company>WBS TRAINING AG</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PowerPoint-Präsentation</dc:title>
  <dc:creator>WBS TRAINING AG;Florian Schaffer</dc:creator>
  <cp:lastModifiedBy>cdMax Muster01</cp:lastModifiedBy>
  <cp:revision>199</cp:revision>
  <dcterms:created xsi:type="dcterms:W3CDTF">2021-03-02T18:50:01Z</dcterms:created>
  <dcterms:modified xsi:type="dcterms:W3CDTF">2023-06-26T05:38:48Z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0x010100D636508A6767AE46A7CD696DA562C65E</vt:lpwstr>
  </property>
</Properties>
</file>